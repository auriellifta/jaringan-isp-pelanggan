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8288000" cy="10287000"/>
  <p:notesSz cx="6858000" cy="9144000"/>
  <p:embeddedFontLst>
    <p:embeddedFont>
      <p:font typeface="Lilita One" charset="1" panose="02000000000000000000"/>
      <p:regular r:id="rId20"/>
    </p:embeddedFont>
    <p:embeddedFont>
      <p:font typeface="Agrandir" charset="1" panose="00000500000000000000"/>
      <p:regular r:id="rId21"/>
    </p:embeddedFont>
    <p:embeddedFont>
      <p:font typeface="Agrandir Bold" charset="1" panose="00000800000000000000"/>
      <p:regular r:id="rId22"/>
    </p:embeddedFont>
    <p:embeddedFont>
      <p:font typeface="Open Sans Bold" charset="1" panose="020B0806030504020204"/>
      <p:regular r:id="rId23"/>
    </p:embeddedFont>
    <p:embeddedFont>
      <p:font typeface="Open Sans" charset="1" panose="020B0606030504020204"/>
      <p:regular r:id="rId24"/>
    </p:embeddedFont>
    <p:embeddedFont>
      <p:font typeface="Bobby Jones Condensed" charset="1" panose="00000000000000000000"/>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18" Target="../media/image17.png" Type="http://schemas.openxmlformats.org/officeDocument/2006/relationships/image"/><Relationship Id="rId19" Target="../media/image18.svg" Type="http://schemas.openxmlformats.org/officeDocument/2006/relationships/image"/><Relationship Id="rId2" Target="../media/image1.png" Type="http://schemas.openxmlformats.org/officeDocument/2006/relationships/image"/><Relationship Id="rId20" Target="../media/image19.png" Type="http://schemas.openxmlformats.org/officeDocument/2006/relationships/image"/><Relationship Id="rId21" Target="../media/image20.svg" Type="http://schemas.openxmlformats.org/officeDocument/2006/relationships/image"/><Relationship Id="rId22" Target="../media/image21.png" Type="http://schemas.openxmlformats.org/officeDocument/2006/relationships/image"/><Relationship Id="rId23" Target="../media/image22.svg" Type="http://schemas.openxmlformats.org/officeDocument/2006/relationships/image"/><Relationship Id="rId24" Target="../media/image23.png" Type="http://schemas.openxmlformats.org/officeDocument/2006/relationships/image"/><Relationship Id="rId25" Target="../media/image24.sv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9.png" Type="http://schemas.openxmlformats.org/officeDocument/2006/relationships/image"/><Relationship Id="rId11" Target="../media/image30.svg" Type="http://schemas.openxmlformats.org/officeDocument/2006/relationships/image"/><Relationship Id="rId12" Target="../media/image31.png" Type="http://schemas.openxmlformats.org/officeDocument/2006/relationships/image"/><Relationship Id="rId13" Target="../media/image32.svg" Type="http://schemas.openxmlformats.org/officeDocument/2006/relationships/image"/><Relationship Id="rId14" Target="../media/image33.png" Type="http://schemas.openxmlformats.org/officeDocument/2006/relationships/image"/><Relationship Id="rId15" Target="../media/image34.svg" Type="http://schemas.openxmlformats.org/officeDocument/2006/relationships/image"/><Relationship Id="rId16" Target="../media/image35.png" Type="http://schemas.openxmlformats.org/officeDocument/2006/relationships/image"/><Relationship Id="rId17" Target="../media/image36.svg" Type="http://schemas.openxmlformats.org/officeDocument/2006/relationships/image"/><Relationship Id="rId18" Target="../media/image37.png" Type="http://schemas.openxmlformats.org/officeDocument/2006/relationships/image"/><Relationship Id="rId19" Target="../media/image38.svg" Type="http://schemas.openxmlformats.org/officeDocument/2006/relationships/image"/><Relationship Id="rId2" Target="../media/image13.png" Type="http://schemas.openxmlformats.org/officeDocument/2006/relationships/image"/><Relationship Id="rId20" Target="../media/image39.png" Type="http://schemas.openxmlformats.org/officeDocument/2006/relationships/image"/><Relationship Id="rId21" Target="../media/image40.svg" Type="http://schemas.openxmlformats.org/officeDocument/2006/relationships/image"/><Relationship Id="rId22" Target="../media/image5.png" Type="http://schemas.openxmlformats.org/officeDocument/2006/relationships/image"/><Relationship Id="rId23" Target="../media/image6.svg" Type="http://schemas.openxmlformats.org/officeDocument/2006/relationships/image"/><Relationship Id="rId3" Target="../media/image1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25.png" Type="http://schemas.openxmlformats.org/officeDocument/2006/relationships/image"/><Relationship Id="rId7" Target="../media/image26.svg" Type="http://schemas.openxmlformats.org/officeDocument/2006/relationships/image"/><Relationship Id="rId8" Target="../media/image27.png" Type="http://schemas.openxmlformats.org/officeDocument/2006/relationships/image"/><Relationship Id="rId9" Target="../media/image28.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 Id="rId4" Target="../media/image35.png" Type="http://schemas.openxmlformats.org/officeDocument/2006/relationships/image"/><Relationship Id="rId5" Target="../media/image36.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1.png" Type="http://schemas.openxmlformats.org/officeDocument/2006/relationships/image"/><Relationship Id="rId3" Target="../media/image42.svg" Type="http://schemas.openxmlformats.org/officeDocument/2006/relationships/image"/><Relationship Id="rId4" Target="../media/image43.png" Type="http://schemas.openxmlformats.org/officeDocument/2006/relationships/image"/><Relationship Id="rId5" Target="../media/image44.svg" Type="http://schemas.openxmlformats.org/officeDocument/2006/relationships/image"/><Relationship Id="rId6" Target="../media/image45.png" Type="http://schemas.openxmlformats.org/officeDocument/2006/relationships/image"/><Relationship Id="rId7" Target="../media/image46.svg" Type="http://schemas.openxmlformats.org/officeDocument/2006/relationships/image"/><Relationship Id="rId8" Target="../media/image47.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1.png" Type="http://schemas.openxmlformats.org/officeDocument/2006/relationships/image"/><Relationship Id="rId3" Target="../media/image42.svg" Type="http://schemas.openxmlformats.org/officeDocument/2006/relationships/image"/><Relationship Id="rId4" Target="../media/image43.png" Type="http://schemas.openxmlformats.org/officeDocument/2006/relationships/image"/><Relationship Id="rId5" Target="../media/image44.svg" Type="http://schemas.openxmlformats.org/officeDocument/2006/relationships/image"/><Relationship Id="rId6" Target="../media/image45.png" Type="http://schemas.openxmlformats.org/officeDocument/2006/relationships/image"/><Relationship Id="rId7" Target="../media/image46.svg" Type="http://schemas.openxmlformats.org/officeDocument/2006/relationships/image"/><Relationship Id="rId8" Target="../media/image48.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1.png" Type="http://schemas.openxmlformats.org/officeDocument/2006/relationships/image"/><Relationship Id="rId3" Target="../media/image42.svg" Type="http://schemas.openxmlformats.org/officeDocument/2006/relationships/image"/><Relationship Id="rId4" Target="../media/image43.png" Type="http://schemas.openxmlformats.org/officeDocument/2006/relationships/image"/><Relationship Id="rId5" Target="../media/image44.svg" Type="http://schemas.openxmlformats.org/officeDocument/2006/relationships/image"/><Relationship Id="rId6" Target="../media/image45.png" Type="http://schemas.openxmlformats.org/officeDocument/2006/relationships/image"/><Relationship Id="rId7" Target="../media/image46.svg" Type="http://schemas.openxmlformats.org/officeDocument/2006/relationships/image"/><Relationship Id="rId8" Target="../media/image49.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3.png" Type="http://schemas.openxmlformats.org/officeDocument/2006/relationships/image"/><Relationship Id="rId3" Target="../media/image44.svg" Type="http://schemas.openxmlformats.org/officeDocument/2006/relationships/image"/><Relationship Id="rId4" Target="../media/image45.png" Type="http://schemas.openxmlformats.org/officeDocument/2006/relationships/image"/><Relationship Id="rId5" Target="../media/image46.svg" Type="http://schemas.openxmlformats.org/officeDocument/2006/relationships/image"/><Relationship Id="rId6" Target="../media/image50.png" Type="http://schemas.openxmlformats.org/officeDocument/2006/relationships/image"/><Relationship Id="rId7" Target="../media/image51.png" Type="http://schemas.openxmlformats.org/officeDocument/2006/relationships/image"/><Relationship Id="rId8" Target="../media/image5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3.png" Type="http://schemas.openxmlformats.org/officeDocument/2006/relationships/image"/><Relationship Id="rId3" Target="../media/image44.svg" Type="http://schemas.openxmlformats.org/officeDocument/2006/relationships/image"/><Relationship Id="rId4" Target="../media/image45.png" Type="http://schemas.openxmlformats.org/officeDocument/2006/relationships/image"/><Relationship Id="rId5" Target="../media/image46.svg" Type="http://schemas.openxmlformats.org/officeDocument/2006/relationships/image"/><Relationship Id="rId6" Target="../media/image53.png" Type="http://schemas.openxmlformats.org/officeDocument/2006/relationships/image"/><Relationship Id="rId7" Target="../media/image54.png" Type="http://schemas.openxmlformats.org/officeDocument/2006/relationships/image"/><Relationship Id="rId8" Target="../media/image55.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3.png" Type="http://schemas.openxmlformats.org/officeDocument/2006/relationships/image"/><Relationship Id="rId3" Target="../media/image44.svg" Type="http://schemas.openxmlformats.org/officeDocument/2006/relationships/image"/><Relationship Id="rId4" Target="../media/image45.png" Type="http://schemas.openxmlformats.org/officeDocument/2006/relationships/image"/><Relationship Id="rId5" Target="../media/image46.svg" Type="http://schemas.openxmlformats.org/officeDocument/2006/relationships/image"/><Relationship Id="rId6" Target="../media/image56.png" Type="http://schemas.openxmlformats.org/officeDocument/2006/relationships/image"/><Relationship Id="rId7" Target="../media/image57.png" Type="http://schemas.openxmlformats.org/officeDocument/2006/relationships/image"/><Relationship Id="rId8" Target="../media/image58.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3.png" Type="http://schemas.openxmlformats.org/officeDocument/2006/relationships/image"/><Relationship Id="rId3" Target="../media/image44.svg" Type="http://schemas.openxmlformats.org/officeDocument/2006/relationships/image"/><Relationship Id="rId4" Target="../media/image45.png" Type="http://schemas.openxmlformats.org/officeDocument/2006/relationships/image"/><Relationship Id="rId5" Target="../media/image46.svg" Type="http://schemas.openxmlformats.org/officeDocument/2006/relationships/image"/><Relationship Id="rId6" Target="../media/image59.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3.png" Type="http://schemas.openxmlformats.org/officeDocument/2006/relationships/image"/><Relationship Id="rId3" Target="../media/image44.svg" Type="http://schemas.openxmlformats.org/officeDocument/2006/relationships/image"/><Relationship Id="rId4" Target="../media/image45.png" Type="http://schemas.openxmlformats.org/officeDocument/2006/relationships/image"/><Relationship Id="rId5" Target="../media/image46.svg" Type="http://schemas.openxmlformats.org/officeDocument/2006/relationships/image"/><Relationship Id="rId6" Target="../media/image60.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3.png" Type="http://schemas.openxmlformats.org/officeDocument/2006/relationships/image"/><Relationship Id="rId3" Target="../media/image44.svg" Type="http://schemas.openxmlformats.org/officeDocument/2006/relationships/image"/><Relationship Id="rId4" Target="../media/image45.png" Type="http://schemas.openxmlformats.org/officeDocument/2006/relationships/image"/><Relationship Id="rId5" Target="../media/image46.svg" Type="http://schemas.openxmlformats.org/officeDocument/2006/relationships/image"/><Relationship Id="rId6" Target="../media/image61.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8.png" Type="http://schemas.openxmlformats.org/officeDocument/2006/relationships/image"/><Relationship Id="rId11" Target="../media/image69.svg" Type="http://schemas.openxmlformats.org/officeDocument/2006/relationships/image"/><Relationship Id="rId12" Target="../media/image13.png" Type="http://schemas.openxmlformats.org/officeDocument/2006/relationships/image"/><Relationship Id="rId13" Target="../media/image14.svg" Type="http://schemas.openxmlformats.org/officeDocument/2006/relationships/image"/><Relationship Id="rId14" Target="../media/image70.png" Type="http://schemas.openxmlformats.org/officeDocument/2006/relationships/image"/><Relationship Id="rId15" Target="../media/image71.svg" Type="http://schemas.openxmlformats.org/officeDocument/2006/relationships/image"/><Relationship Id="rId16" Target="../media/image72.png" Type="http://schemas.openxmlformats.org/officeDocument/2006/relationships/image"/><Relationship Id="rId17" Target="../media/image73.svg" Type="http://schemas.openxmlformats.org/officeDocument/2006/relationships/image"/><Relationship Id="rId18" Target="../media/image74.png" Type="http://schemas.openxmlformats.org/officeDocument/2006/relationships/image"/><Relationship Id="rId19" Target="../media/image75.svg" Type="http://schemas.openxmlformats.org/officeDocument/2006/relationships/image"/><Relationship Id="rId2" Target="../media/image62.png" Type="http://schemas.openxmlformats.org/officeDocument/2006/relationships/image"/><Relationship Id="rId20" Target="../media/image76.png" Type="http://schemas.openxmlformats.org/officeDocument/2006/relationships/image"/><Relationship Id="rId21" Target="../media/image77.svg" Type="http://schemas.openxmlformats.org/officeDocument/2006/relationships/image"/><Relationship Id="rId22" Target="../media/image78.png" Type="http://schemas.openxmlformats.org/officeDocument/2006/relationships/image"/><Relationship Id="rId23" Target="../media/image79.svg" Type="http://schemas.openxmlformats.org/officeDocument/2006/relationships/image"/><Relationship Id="rId24" Target="../media/image80.png" Type="http://schemas.openxmlformats.org/officeDocument/2006/relationships/image"/><Relationship Id="rId25" Target="../media/image81.svg" Type="http://schemas.openxmlformats.org/officeDocument/2006/relationships/image"/><Relationship Id="rId26" Target="../media/image82.png" Type="http://schemas.openxmlformats.org/officeDocument/2006/relationships/image"/><Relationship Id="rId27" Target="../media/image83.svg" Type="http://schemas.openxmlformats.org/officeDocument/2006/relationships/image"/><Relationship Id="rId3" Target="../media/image63.svg" Type="http://schemas.openxmlformats.org/officeDocument/2006/relationships/image"/><Relationship Id="rId4" Target="../media/image45.png" Type="http://schemas.openxmlformats.org/officeDocument/2006/relationships/image"/><Relationship Id="rId5" Target="../media/image46.svg" Type="http://schemas.openxmlformats.org/officeDocument/2006/relationships/image"/><Relationship Id="rId6" Target="../media/image64.png" Type="http://schemas.openxmlformats.org/officeDocument/2006/relationships/image"/><Relationship Id="rId7" Target="../media/image65.svg" Type="http://schemas.openxmlformats.org/officeDocument/2006/relationships/image"/><Relationship Id="rId8" Target="../media/image66.png" Type="http://schemas.openxmlformats.org/officeDocument/2006/relationships/image"/><Relationship Id="rId9" Target="../media/image67.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8.png" Type="http://schemas.openxmlformats.org/officeDocument/2006/relationships/image"/><Relationship Id="rId11" Target="../media/image69.svg" Type="http://schemas.openxmlformats.org/officeDocument/2006/relationships/image"/><Relationship Id="rId12" Target="../media/image13.png" Type="http://schemas.openxmlformats.org/officeDocument/2006/relationships/image"/><Relationship Id="rId13" Target="../media/image14.svg" Type="http://schemas.openxmlformats.org/officeDocument/2006/relationships/image"/><Relationship Id="rId14" Target="../media/image70.png" Type="http://schemas.openxmlformats.org/officeDocument/2006/relationships/image"/><Relationship Id="rId15" Target="../media/image71.svg" Type="http://schemas.openxmlformats.org/officeDocument/2006/relationships/image"/><Relationship Id="rId16" Target="../media/image72.png" Type="http://schemas.openxmlformats.org/officeDocument/2006/relationships/image"/><Relationship Id="rId17" Target="../media/image73.svg" Type="http://schemas.openxmlformats.org/officeDocument/2006/relationships/image"/><Relationship Id="rId18" Target="../media/image74.png" Type="http://schemas.openxmlformats.org/officeDocument/2006/relationships/image"/><Relationship Id="rId19" Target="../media/image75.svg" Type="http://schemas.openxmlformats.org/officeDocument/2006/relationships/image"/><Relationship Id="rId2" Target="../media/image62.png" Type="http://schemas.openxmlformats.org/officeDocument/2006/relationships/image"/><Relationship Id="rId20" Target="../media/image76.png" Type="http://schemas.openxmlformats.org/officeDocument/2006/relationships/image"/><Relationship Id="rId21" Target="../media/image77.svg" Type="http://schemas.openxmlformats.org/officeDocument/2006/relationships/image"/><Relationship Id="rId22" Target="../media/image78.png" Type="http://schemas.openxmlformats.org/officeDocument/2006/relationships/image"/><Relationship Id="rId23" Target="../media/image79.svg" Type="http://schemas.openxmlformats.org/officeDocument/2006/relationships/image"/><Relationship Id="rId24" Target="../media/image80.png" Type="http://schemas.openxmlformats.org/officeDocument/2006/relationships/image"/><Relationship Id="rId25" Target="../media/image81.svg" Type="http://schemas.openxmlformats.org/officeDocument/2006/relationships/image"/><Relationship Id="rId26" Target="../media/image82.png" Type="http://schemas.openxmlformats.org/officeDocument/2006/relationships/image"/><Relationship Id="rId27" Target="../media/image83.svg" Type="http://schemas.openxmlformats.org/officeDocument/2006/relationships/image"/><Relationship Id="rId3" Target="../media/image63.svg" Type="http://schemas.openxmlformats.org/officeDocument/2006/relationships/image"/><Relationship Id="rId4" Target="../media/image45.png" Type="http://schemas.openxmlformats.org/officeDocument/2006/relationships/image"/><Relationship Id="rId5" Target="../media/image46.svg" Type="http://schemas.openxmlformats.org/officeDocument/2006/relationships/image"/><Relationship Id="rId6" Target="../media/image64.png" Type="http://schemas.openxmlformats.org/officeDocument/2006/relationships/image"/><Relationship Id="rId7" Target="../media/image65.svg" Type="http://schemas.openxmlformats.org/officeDocument/2006/relationships/image"/><Relationship Id="rId8" Target="../media/image66.png" Type="http://schemas.openxmlformats.org/officeDocument/2006/relationships/image"/><Relationship Id="rId9" Target="../media/image67.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607FE1"/>
        </a:solidFill>
      </p:bgPr>
    </p:bg>
    <p:spTree>
      <p:nvGrpSpPr>
        <p:cNvPr id="1" name=""/>
        <p:cNvGrpSpPr/>
        <p:nvPr/>
      </p:nvGrpSpPr>
      <p:grpSpPr>
        <a:xfrm>
          <a:off x="0" y="0"/>
          <a:ext cx="0" cy="0"/>
          <a:chOff x="0" y="0"/>
          <a:chExt cx="0" cy="0"/>
        </a:xfrm>
      </p:grpSpPr>
      <p:sp>
        <p:nvSpPr>
          <p:cNvPr name="Freeform 2" id="2"/>
          <p:cNvSpPr/>
          <p:nvPr/>
        </p:nvSpPr>
        <p:spPr>
          <a:xfrm flipH="false" flipV="false" rot="0">
            <a:off x="-835152" y="9331452"/>
            <a:ext cx="6677160" cy="4114800"/>
          </a:xfrm>
          <a:custGeom>
            <a:avLst/>
            <a:gdLst/>
            <a:ahLst/>
            <a:cxnLst/>
            <a:rect r="r" b="b" t="t" l="l"/>
            <a:pathLst>
              <a:path h="4114800" w="6677160">
                <a:moveTo>
                  <a:pt x="0" y="0"/>
                </a:moveTo>
                <a:lnTo>
                  <a:pt x="6677160" y="0"/>
                </a:lnTo>
                <a:lnTo>
                  <a:pt x="667716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1012718" y="-3208020"/>
            <a:ext cx="6677160" cy="4114800"/>
          </a:xfrm>
          <a:custGeom>
            <a:avLst/>
            <a:gdLst/>
            <a:ahLst/>
            <a:cxnLst/>
            <a:rect r="r" b="b" t="t" l="l"/>
            <a:pathLst>
              <a:path h="4114800" w="6677160">
                <a:moveTo>
                  <a:pt x="0" y="0"/>
                </a:moveTo>
                <a:lnTo>
                  <a:pt x="6677160" y="0"/>
                </a:lnTo>
                <a:lnTo>
                  <a:pt x="667716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6742986" y="1826276"/>
            <a:ext cx="1280160" cy="1280160"/>
          </a:xfrm>
          <a:custGeom>
            <a:avLst/>
            <a:gdLst/>
            <a:ahLst/>
            <a:cxnLst/>
            <a:rect r="r" b="b" t="t" l="l"/>
            <a:pathLst>
              <a:path h="1280160" w="1280160">
                <a:moveTo>
                  <a:pt x="0" y="0"/>
                </a:moveTo>
                <a:lnTo>
                  <a:pt x="1280160" y="0"/>
                </a:lnTo>
                <a:lnTo>
                  <a:pt x="1280160" y="1280159"/>
                </a:lnTo>
                <a:lnTo>
                  <a:pt x="0" y="128015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6495454" y="3417332"/>
            <a:ext cx="792480" cy="792480"/>
          </a:xfrm>
          <a:custGeom>
            <a:avLst/>
            <a:gdLst/>
            <a:ahLst/>
            <a:cxnLst/>
            <a:rect r="r" b="b" t="t" l="l"/>
            <a:pathLst>
              <a:path h="792480" w="792480">
                <a:moveTo>
                  <a:pt x="0" y="0"/>
                </a:moveTo>
                <a:lnTo>
                  <a:pt x="792480" y="0"/>
                </a:lnTo>
                <a:lnTo>
                  <a:pt x="792480" y="792480"/>
                </a:lnTo>
                <a:lnTo>
                  <a:pt x="0" y="79248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2081267">
            <a:off x="-2205687" y="4949154"/>
            <a:ext cx="3883342" cy="4114800"/>
          </a:xfrm>
          <a:custGeom>
            <a:avLst/>
            <a:gdLst/>
            <a:ahLst/>
            <a:cxnLst/>
            <a:rect r="r" b="b" t="t" l="l"/>
            <a:pathLst>
              <a:path h="4114800" w="3883342">
                <a:moveTo>
                  <a:pt x="0" y="0"/>
                </a:moveTo>
                <a:lnTo>
                  <a:pt x="3883342" y="0"/>
                </a:lnTo>
                <a:lnTo>
                  <a:pt x="3883342" y="4114800"/>
                </a:lnTo>
                <a:lnTo>
                  <a:pt x="0" y="4114800"/>
                </a:lnTo>
                <a:lnTo>
                  <a:pt x="0" y="0"/>
                </a:lnTo>
                <a:close/>
              </a:path>
            </a:pathLst>
          </a:custGeom>
          <a:blipFill>
            <a:blip r:embed="rId6">
              <a:alphaModFix amt="34000"/>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186045" y="1295994"/>
            <a:ext cx="14209030" cy="5363909"/>
          </a:xfrm>
          <a:custGeom>
            <a:avLst/>
            <a:gdLst/>
            <a:ahLst/>
            <a:cxnLst/>
            <a:rect r="r" b="b" t="t" l="l"/>
            <a:pathLst>
              <a:path h="5363909" w="14209030">
                <a:moveTo>
                  <a:pt x="0" y="0"/>
                </a:moveTo>
                <a:lnTo>
                  <a:pt x="14209030" y="0"/>
                </a:lnTo>
                <a:lnTo>
                  <a:pt x="14209030" y="5363909"/>
                </a:lnTo>
                <a:lnTo>
                  <a:pt x="0" y="536390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1186045" y="8268968"/>
            <a:ext cx="5149209" cy="925833"/>
          </a:xfrm>
          <a:custGeom>
            <a:avLst/>
            <a:gdLst/>
            <a:ahLst/>
            <a:cxnLst/>
            <a:rect r="r" b="b" t="t" l="l"/>
            <a:pathLst>
              <a:path h="925833" w="5149209">
                <a:moveTo>
                  <a:pt x="0" y="0"/>
                </a:moveTo>
                <a:lnTo>
                  <a:pt x="5149209" y="0"/>
                </a:lnTo>
                <a:lnTo>
                  <a:pt x="5149209" y="925832"/>
                </a:lnTo>
                <a:lnTo>
                  <a:pt x="0" y="925832"/>
                </a:lnTo>
                <a:lnTo>
                  <a:pt x="0" y="0"/>
                </a:lnTo>
                <a:close/>
              </a:path>
            </a:pathLst>
          </a:custGeom>
          <a:blipFill>
            <a:blip r:embed="rId10">
              <a:extLst>
                <a:ext uri="{96DAC541-7B7A-43D3-8B79-37D633B846F1}">
                  <asvg:svgBlip xmlns:asvg="http://schemas.microsoft.com/office/drawing/2016/SVG/main" r:embed="rId11"/>
                </a:ext>
              </a:extLst>
            </a:blip>
            <a:stretch>
              <a:fillRect l="-18876" t="0" r="0" b="0"/>
            </a:stretch>
          </a:blipFill>
        </p:spPr>
      </p:sp>
      <p:sp>
        <p:nvSpPr>
          <p:cNvPr name="Freeform 9" id="9"/>
          <p:cNvSpPr/>
          <p:nvPr/>
        </p:nvSpPr>
        <p:spPr>
          <a:xfrm flipH="false" flipV="false" rot="0">
            <a:off x="698414" y="5802807"/>
            <a:ext cx="975262" cy="1159301"/>
          </a:xfrm>
          <a:custGeom>
            <a:avLst/>
            <a:gdLst/>
            <a:ahLst/>
            <a:cxnLst/>
            <a:rect r="r" b="b" t="t" l="l"/>
            <a:pathLst>
              <a:path h="1159301" w="975262">
                <a:moveTo>
                  <a:pt x="0" y="0"/>
                </a:moveTo>
                <a:lnTo>
                  <a:pt x="975262" y="0"/>
                </a:lnTo>
                <a:lnTo>
                  <a:pt x="975262" y="1159301"/>
                </a:lnTo>
                <a:lnTo>
                  <a:pt x="0" y="1159301"/>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0" id="10"/>
          <p:cNvSpPr/>
          <p:nvPr/>
        </p:nvSpPr>
        <p:spPr>
          <a:xfrm flipH="false" flipV="false" rot="0">
            <a:off x="6553256" y="8268968"/>
            <a:ext cx="5149209" cy="925833"/>
          </a:xfrm>
          <a:custGeom>
            <a:avLst/>
            <a:gdLst/>
            <a:ahLst/>
            <a:cxnLst/>
            <a:rect r="r" b="b" t="t" l="l"/>
            <a:pathLst>
              <a:path h="925833" w="5149209">
                <a:moveTo>
                  <a:pt x="0" y="0"/>
                </a:moveTo>
                <a:lnTo>
                  <a:pt x="5149209" y="0"/>
                </a:lnTo>
                <a:lnTo>
                  <a:pt x="5149209" y="925832"/>
                </a:lnTo>
                <a:lnTo>
                  <a:pt x="0" y="925832"/>
                </a:lnTo>
                <a:lnTo>
                  <a:pt x="0" y="0"/>
                </a:lnTo>
                <a:close/>
              </a:path>
            </a:pathLst>
          </a:custGeom>
          <a:blipFill>
            <a:blip r:embed="rId10">
              <a:extLst>
                <a:ext uri="{96DAC541-7B7A-43D3-8B79-37D633B846F1}">
                  <asvg:svgBlip xmlns:asvg="http://schemas.microsoft.com/office/drawing/2016/SVG/main" r:embed="rId11"/>
                </a:ext>
              </a:extLst>
            </a:blip>
            <a:stretch>
              <a:fillRect l="-18876" t="0" r="0" b="0"/>
            </a:stretch>
          </a:blipFill>
        </p:spPr>
      </p:sp>
      <p:sp>
        <p:nvSpPr>
          <p:cNvPr name="Freeform 11" id="11"/>
          <p:cNvSpPr/>
          <p:nvPr/>
        </p:nvSpPr>
        <p:spPr>
          <a:xfrm flipH="false" flipV="false" rot="2500127">
            <a:off x="16307907" y="7368513"/>
            <a:ext cx="1167574" cy="4114800"/>
          </a:xfrm>
          <a:custGeom>
            <a:avLst/>
            <a:gdLst/>
            <a:ahLst/>
            <a:cxnLst/>
            <a:rect r="r" b="b" t="t" l="l"/>
            <a:pathLst>
              <a:path h="4114800" w="1167574">
                <a:moveTo>
                  <a:pt x="0" y="0"/>
                </a:moveTo>
                <a:lnTo>
                  <a:pt x="1167575" y="0"/>
                </a:lnTo>
                <a:lnTo>
                  <a:pt x="1167575" y="4114800"/>
                </a:lnTo>
                <a:lnTo>
                  <a:pt x="0" y="4114800"/>
                </a:lnTo>
                <a:lnTo>
                  <a:pt x="0" y="0"/>
                </a:lnTo>
                <a:close/>
              </a:path>
            </a:pathLst>
          </a:custGeom>
          <a:blipFill>
            <a:blip r:embed="rId14">
              <a:alphaModFix amt="34000"/>
              <a:extLst>
                <a:ext uri="{96DAC541-7B7A-43D3-8B79-37D633B846F1}">
                  <asvg:svgBlip xmlns:asvg="http://schemas.microsoft.com/office/drawing/2016/SVG/main" r:embed="rId15"/>
                </a:ext>
              </a:extLst>
            </a:blip>
            <a:stretch>
              <a:fillRect l="0" t="0" r="0" b="0"/>
            </a:stretch>
          </a:blipFill>
          <a:ln cap="sq">
            <a:noFill/>
            <a:prstDash val="solid"/>
            <a:miter/>
          </a:ln>
        </p:spPr>
      </p:sp>
      <p:sp>
        <p:nvSpPr>
          <p:cNvPr name="Freeform 12" id="12"/>
          <p:cNvSpPr/>
          <p:nvPr/>
        </p:nvSpPr>
        <p:spPr>
          <a:xfrm flipH="false" flipV="false" rot="0">
            <a:off x="12426266" y="5238202"/>
            <a:ext cx="4833034" cy="3981212"/>
          </a:xfrm>
          <a:custGeom>
            <a:avLst/>
            <a:gdLst/>
            <a:ahLst/>
            <a:cxnLst/>
            <a:rect r="r" b="b" t="t" l="l"/>
            <a:pathLst>
              <a:path h="3981212" w="4833034">
                <a:moveTo>
                  <a:pt x="0" y="0"/>
                </a:moveTo>
                <a:lnTo>
                  <a:pt x="4833034" y="0"/>
                </a:lnTo>
                <a:lnTo>
                  <a:pt x="4833034" y="3981212"/>
                </a:lnTo>
                <a:lnTo>
                  <a:pt x="0" y="3981212"/>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a:ln cap="sq">
            <a:noFill/>
            <a:prstDash val="solid"/>
            <a:miter/>
          </a:ln>
        </p:spPr>
      </p:sp>
      <p:sp>
        <p:nvSpPr>
          <p:cNvPr name="Freeform 13" id="13"/>
          <p:cNvSpPr/>
          <p:nvPr/>
        </p:nvSpPr>
        <p:spPr>
          <a:xfrm flipH="false" flipV="false" rot="0">
            <a:off x="14744693" y="3813572"/>
            <a:ext cx="1094450" cy="941227"/>
          </a:xfrm>
          <a:custGeom>
            <a:avLst/>
            <a:gdLst/>
            <a:ahLst/>
            <a:cxnLst/>
            <a:rect r="r" b="b" t="t" l="l"/>
            <a:pathLst>
              <a:path h="941227" w="1094450">
                <a:moveTo>
                  <a:pt x="0" y="0"/>
                </a:moveTo>
                <a:lnTo>
                  <a:pt x="1094450" y="0"/>
                </a:lnTo>
                <a:lnTo>
                  <a:pt x="1094450" y="941227"/>
                </a:lnTo>
                <a:lnTo>
                  <a:pt x="0" y="941227"/>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a:ln cap="sq">
            <a:noFill/>
            <a:prstDash val="solid"/>
            <a:miter/>
          </a:ln>
        </p:spPr>
      </p:sp>
      <p:sp>
        <p:nvSpPr>
          <p:cNvPr name="Freeform 14" id="14"/>
          <p:cNvSpPr/>
          <p:nvPr/>
        </p:nvSpPr>
        <p:spPr>
          <a:xfrm flipH="false" flipV="false" rot="0">
            <a:off x="3836040" y="762000"/>
            <a:ext cx="853614" cy="886872"/>
          </a:xfrm>
          <a:custGeom>
            <a:avLst/>
            <a:gdLst/>
            <a:ahLst/>
            <a:cxnLst/>
            <a:rect r="r" b="b" t="t" l="l"/>
            <a:pathLst>
              <a:path h="886872" w="853614">
                <a:moveTo>
                  <a:pt x="0" y="0"/>
                </a:moveTo>
                <a:lnTo>
                  <a:pt x="853614" y="0"/>
                </a:lnTo>
                <a:lnTo>
                  <a:pt x="853614" y="886872"/>
                </a:lnTo>
                <a:lnTo>
                  <a:pt x="0" y="886872"/>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a:ln cap="sq">
            <a:noFill/>
            <a:prstDash val="solid"/>
            <a:miter/>
          </a:ln>
        </p:spPr>
      </p:sp>
      <p:sp>
        <p:nvSpPr>
          <p:cNvPr name="Freeform 15" id="15"/>
          <p:cNvSpPr/>
          <p:nvPr/>
        </p:nvSpPr>
        <p:spPr>
          <a:xfrm flipH="false" flipV="false" rot="0">
            <a:off x="203282" y="2785997"/>
            <a:ext cx="733147" cy="733147"/>
          </a:xfrm>
          <a:custGeom>
            <a:avLst/>
            <a:gdLst/>
            <a:ahLst/>
            <a:cxnLst/>
            <a:rect r="r" b="b" t="t" l="l"/>
            <a:pathLst>
              <a:path h="733147" w="733147">
                <a:moveTo>
                  <a:pt x="0" y="0"/>
                </a:moveTo>
                <a:lnTo>
                  <a:pt x="733147" y="0"/>
                </a:lnTo>
                <a:lnTo>
                  <a:pt x="733147" y="733147"/>
                </a:lnTo>
                <a:lnTo>
                  <a:pt x="0" y="733147"/>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a:ln cap="sq">
            <a:noFill/>
            <a:prstDash val="solid"/>
            <a:miter/>
          </a:ln>
        </p:spPr>
      </p:sp>
      <p:sp>
        <p:nvSpPr>
          <p:cNvPr name="Freeform 16" id="16"/>
          <p:cNvSpPr/>
          <p:nvPr/>
        </p:nvSpPr>
        <p:spPr>
          <a:xfrm flipH="false" flipV="false" rot="0">
            <a:off x="12833832" y="5596535"/>
            <a:ext cx="4017902" cy="3264546"/>
          </a:xfrm>
          <a:custGeom>
            <a:avLst/>
            <a:gdLst/>
            <a:ahLst/>
            <a:cxnLst/>
            <a:rect r="r" b="b" t="t" l="l"/>
            <a:pathLst>
              <a:path h="3264546" w="4017902">
                <a:moveTo>
                  <a:pt x="0" y="0"/>
                </a:moveTo>
                <a:lnTo>
                  <a:pt x="4017902" y="0"/>
                </a:lnTo>
                <a:lnTo>
                  <a:pt x="4017902" y="3264546"/>
                </a:lnTo>
                <a:lnTo>
                  <a:pt x="0" y="3264546"/>
                </a:lnTo>
                <a:lnTo>
                  <a:pt x="0" y="0"/>
                </a:lnTo>
                <a:close/>
              </a:path>
            </a:pathLst>
          </a:custGeom>
          <a:blipFill>
            <a:blip r:embed="rId24">
              <a:extLst>
                <a:ext uri="{96DAC541-7B7A-43D3-8B79-37D633B846F1}">
                  <asvg:svgBlip xmlns:asvg="http://schemas.microsoft.com/office/drawing/2016/SVG/main" r:embed="rId25"/>
                </a:ext>
              </a:extLst>
            </a:blip>
            <a:stretch>
              <a:fillRect l="0" t="0" r="0" b="0"/>
            </a:stretch>
          </a:blipFill>
        </p:spPr>
      </p:sp>
      <p:sp>
        <p:nvSpPr>
          <p:cNvPr name="TextBox 17" id="17"/>
          <p:cNvSpPr txBox="true"/>
          <p:nvPr/>
        </p:nvSpPr>
        <p:spPr>
          <a:xfrm rot="0">
            <a:off x="2326486" y="2971562"/>
            <a:ext cx="11928147" cy="2457450"/>
          </a:xfrm>
          <a:prstGeom prst="rect">
            <a:avLst/>
          </a:prstGeom>
        </p:spPr>
        <p:txBody>
          <a:bodyPr anchor="t" rtlCol="false" tIns="0" lIns="0" bIns="0" rIns="0">
            <a:spAutoFit/>
          </a:bodyPr>
          <a:lstStyle/>
          <a:p>
            <a:pPr algn="ctr">
              <a:lnSpc>
                <a:spcPts val="9600"/>
              </a:lnSpc>
            </a:pPr>
            <a:r>
              <a:rPr lang="en-US" sz="8000">
                <a:solidFill>
                  <a:srgbClr val="000000"/>
                </a:solidFill>
                <a:latin typeface="Lilita One"/>
                <a:ea typeface="Lilita One"/>
                <a:cs typeface="Lilita One"/>
                <a:sym typeface="Lilita One"/>
              </a:rPr>
              <a:t>Infrastruktur Jaringan ISP dan Pelanggan</a:t>
            </a:r>
          </a:p>
        </p:txBody>
      </p:sp>
      <p:sp>
        <p:nvSpPr>
          <p:cNvPr name="TextBox 18" id="18"/>
          <p:cNvSpPr txBox="true"/>
          <p:nvPr/>
        </p:nvSpPr>
        <p:spPr>
          <a:xfrm rot="0">
            <a:off x="1662211" y="8426778"/>
            <a:ext cx="4347657" cy="488950"/>
          </a:xfrm>
          <a:prstGeom prst="rect">
            <a:avLst/>
          </a:prstGeom>
        </p:spPr>
        <p:txBody>
          <a:bodyPr anchor="t" rtlCol="false" tIns="0" lIns="0" bIns="0" rIns="0">
            <a:spAutoFit/>
          </a:bodyPr>
          <a:lstStyle/>
          <a:p>
            <a:pPr algn="ctr" marL="0" indent="0" lvl="0">
              <a:lnSpc>
                <a:spcPts val="3499"/>
              </a:lnSpc>
              <a:spcBef>
                <a:spcPct val="0"/>
              </a:spcBef>
            </a:pPr>
            <a:r>
              <a:rPr lang="en-US" sz="2499">
                <a:solidFill>
                  <a:srgbClr val="000000"/>
                </a:solidFill>
                <a:latin typeface="Agrandir"/>
                <a:ea typeface="Agrandir"/>
                <a:cs typeface="Agrandir"/>
                <a:sym typeface="Agrandir"/>
              </a:rPr>
              <a:t>Dosen Pengampu</a:t>
            </a:r>
          </a:p>
        </p:txBody>
      </p:sp>
      <p:sp>
        <p:nvSpPr>
          <p:cNvPr name="TextBox 19" id="19"/>
          <p:cNvSpPr txBox="true"/>
          <p:nvPr/>
        </p:nvSpPr>
        <p:spPr>
          <a:xfrm rot="0">
            <a:off x="6970171" y="8426778"/>
            <a:ext cx="4347657" cy="488950"/>
          </a:xfrm>
          <a:prstGeom prst="rect">
            <a:avLst/>
          </a:prstGeom>
        </p:spPr>
        <p:txBody>
          <a:bodyPr anchor="t" rtlCol="false" tIns="0" lIns="0" bIns="0" rIns="0">
            <a:spAutoFit/>
          </a:bodyPr>
          <a:lstStyle/>
          <a:p>
            <a:pPr algn="ctr" marL="0" indent="0" lvl="0">
              <a:lnSpc>
                <a:spcPts val="3499"/>
              </a:lnSpc>
              <a:spcBef>
                <a:spcPct val="0"/>
              </a:spcBef>
            </a:pPr>
            <a:r>
              <a:rPr lang="en-US" sz="2499">
                <a:solidFill>
                  <a:srgbClr val="000000"/>
                </a:solidFill>
                <a:latin typeface="Agrandir"/>
                <a:ea typeface="Agrandir"/>
                <a:cs typeface="Agrandir"/>
                <a:sym typeface="Agrandir"/>
              </a:rPr>
              <a:t>F</a:t>
            </a:r>
            <a:r>
              <a:rPr lang="en-US" sz="2499">
                <a:solidFill>
                  <a:srgbClr val="000000"/>
                </a:solidFill>
                <a:latin typeface="Agrandir"/>
                <a:ea typeface="Agrandir"/>
                <a:cs typeface="Agrandir"/>
                <a:sym typeface="Agrandir"/>
              </a:rPr>
              <a:t>erdi Chahyadi, S.Kom., M.Cs. </a:t>
            </a:r>
          </a:p>
        </p:txBody>
      </p:sp>
      <p:grpSp>
        <p:nvGrpSpPr>
          <p:cNvPr name="Group 20" id="20"/>
          <p:cNvGrpSpPr/>
          <p:nvPr/>
        </p:nvGrpSpPr>
        <p:grpSpPr>
          <a:xfrm rot="0">
            <a:off x="1186045" y="6962108"/>
            <a:ext cx="10516420" cy="945211"/>
            <a:chOff x="0" y="0"/>
            <a:chExt cx="2769757" cy="248944"/>
          </a:xfrm>
        </p:grpSpPr>
        <p:sp>
          <p:nvSpPr>
            <p:cNvPr name="Freeform 21" id="21"/>
            <p:cNvSpPr/>
            <p:nvPr/>
          </p:nvSpPr>
          <p:spPr>
            <a:xfrm flipH="false" flipV="false" rot="0">
              <a:off x="0" y="0"/>
              <a:ext cx="2769757" cy="248944"/>
            </a:xfrm>
            <a:custGeom>
              <a:avLst/>
              <a:gdLst/>
              <a:ahLst/>
              <a:cxnLst/>
              <a:rect r="r" b="b" t="t" l="l"/>
              <a:pathLst>
                <a:path h="248944" w="2769757">
                  <a:moveTo>
                    <a:pt x="13251" y="0"/>
                  </a:moveTo>
                  <a:lnTo>
                    <a:pt x="2756506" y="0"/>
                  </a:lnTo>
                  <a:cubicBezTo>
                    <a:pt x="2763824" y="0"/>
                    <a:pt x="2769757" y="5933"/>
                    <a:pt x="2769757" y="13251"/>
                  </a:cubicBezTo>
                  <a:lnTo>
                    <a:pt x="2769757" y="235693"/>
                  </a:lnTo>
                  <a:cubicBezTo>
                    <a:pt x="2769757" y="239208"/>
                    <a:pt x="2768361" y="242578"/>
                    <a:pt x="2765876" y="245063"/>
                  </a:cubicBezTo>
                  <a:cubicBezTo>
                    <a:pt x="2763390" y="247548"/>
                    <a:pt x="2760020" y="248944"/>
                    <a:pt x="2756506" y="248944"/>
                  </a:cubicBezTo>
                  <a:lnTo>
                    <a:pt x="13251" y="248944"/>
                  </a:lnTo>
                  <a:cubicBezTo>
                    <a:pt x="5933" y="248944"/>
                    <a:pt x="0" y="243012"/>
                    <a:pt x="0" y="235693"/>
                  </a:cubicBezTo>
                  <a:lnTo>
                    <a:pt x="0" y="13251"/>
                  </a:lnTo>
                  <a:cubicBezTo>
                    <a:pt x="0" y="9737"/>
                    <a:pt x="1396" y="6366"/>
                    <a:pt x="3881" y="3881"/>
                  </a:cubicBezTo>
                  <a:cubicBezTo>
                    <a:pt x="6366" y="1396"/>
                    <a:pt x="9737" y="0"/>
                    <a:pt x="13251" y="0"/>
                  </a:cubicBezTo>
                  <a:close/>
                </a:path>
              </a:pathLst>
            </a:custGeom>
            <a:solidFill>
              <a:srgbClr val="FFFFFF"/>
            </a:solidFill>
            <a:ln w="38100" cap="sq">
              <a:solidFill>
                <a:srgbClr val="C660B0"/>
              </a:solidFill>
              <a:prstDash val="solid"/>
              <a:miter/>
            </a:ln>
          </p:spPr>
        </p:sp>
        <p:sp>
          <p:nvSpPr>
            <p:cNvPr name="TextBox 22" id="22"/>
            <p:cNvSpPr txBox="true"/>
            <p:nvPr/>
          </p:nvSpPr>
          <p:spPr>
            <a:xfrm>
              <a:off x="0" y="-38100"/>
              <a:ext cx="2769757" cy="287044"/>
            </a:xfrm>
            <a:prstGeom prst="rect">
              <a:avLst/>
            </a:prstGeom>
          </p:spPr>
          <p:txBody>
            <a:bodyPr anchor="ctr" rtlCol="false" tIns="50800" lIns="50800" bIns="50800" rIns="50800"/>
            <a:lstStyle/>
            <a:p>
              <a:pPr algn="ctr">
                <a:lnSpc>
                  <a:spcPts val="2659"/>
                </a:lnSpc>
                <a:spcBef>
                  <a:spcPct val="0"/>
                </a:spcBef>
              </a:pPr>
            </a:p>
          </p:txBody>
        </p:sp>
      </p:grpSp>
      <p:sp>
        <p:nvSpPr>
          <p:cNvPr name="TextBox 23" id="23"/>
          <p:cNvSpPr txBox="true"/>
          <p:nvPr/>
        </p:nvSpPr>
        <p:spPr>
          <a:xfrm rot="0">
            <a:off x="1223740" y="6922768"/>
            <a:ext cx="10441030" cy="927100"/>
          </a:xfrm>
          <a:prstGeom prst="rect">
            <a:avLst/>
          </a:prstGeom>
        </p:spPr>
        <p:txBody>
          <a:bodyPr anchor="t" rtlCol="false" tIns="0" lIns="0" bIns="0" rIns="0">
            <a:spAutoFit/>
          </a:bodyPr>
          <a:lstStyle/>
          <a:p>
            <a:pPr algn="ctr" marL="0" indent="0" lvl="0">
              <a:lnSpc>
                <a:spcPts val="3499"/>
              </a:lnSpc>
              <a:spcBef>
                <a:spcPct val="0"/>
              </a:spcBef>
            </a:pPr>
            <a:r>
              <a:rPr lang="en-US" sz="2499">
                <a:solidFill>
                  <a:srgbClr val="000000"/>
                </a:solidFill>
                <a:latin typeface="Agrandir"/>
                <a:ea typeface="Agrandir"/>
                <a:cs typeface="Agrandir"/>
                <a:sym typeface="Agrandir"/>
              </a:rPr>
              <a:t>Disusun untuk m</a:t>
            </a:r>
            <a:r>
              <a:rPr lang="en-US" sz="2499">
                <a:solidFill>
                  <a:srgbClr val="000000"/>
                </a:solidFill>
                <a:latin typeface="Agrandir"/>
                <a:ea typeface="Agrandir"/>
                <a:cs typeface="Agrandir"/>
                <a:sym typeface="Agrandir"/>
              </a:rPr>
              <a:t>emenuhi tugas mata kuliah Jaringan Komputer dan Komunikasi Data </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607FE1"/>
        </a:solidFill>
      </p:bgPr>
    </p:bg>
    <p:spTree>
      <p:nvGrpSpPr>
        <p:cNvPr id="1" name=""/>
        <p:cNvGrpSpPr/>
        <p:nvPr/>
      </p:nvGrpSpPr>
      <p:grpSpPr>
        <a:xfrm>
          <a:off x="0" y="0"/>
          <a:ext cx="0" cy="0"/>
          <a:chOff x="0" y="0"/>
          <a:chExt cx="0" cy="0"/>
        </a:xfrm>
      </p:grpSpPr>
      <p:sp>
        <p:nvSpPr>
          <p:cNvPr name="Freeform 2" id="2"/>
          <p:cNvSpPr/>
          <p:nvPr/>
        </p:nvSpPr>
        <p:spPr>
          <a:xfrm flipH="false" flipV="false" rot="2500127">
            <a:off x="16676474" y="7745248"/>
            <a:ext cx="1167574" cy="4114800"/>
          </a:xfrm>
          <a:custGeom>
            <a:avLst/>
            <a:gdLst/>
            <a:ahLst/>
            <a:cxnLst/>
            <a:rect r="r" b="b" t="t" l="l"/>
            <a:pathLst>
              <a:path h="4114800" w="1167574">
                <a:moveTo>
                  <a:pt x="0" y="0"/>
                </a:moveTo>
                <a:lnTo>
                  <a:pt x="1167574" y="0"/>
                </a:lnTo>
                <a:lnTo>
                  <a:pt x="1167574" y="4114800"/>
                </a:lnTo>
                <a:lnTo>
                  <a:pt x="0" y="4114800"/>
                </a:lnTo>
                <a:lnTo>
                  <a:pt x="0" y="0"/>
                </a:lnTo>
                <a:close/>
              </a:path>
            </a:pathLst>
          </a:custGeom>
          <a:blipFill>
            <a:blip r:embed="rId2">
              <a:alphaModFix amt="34000"/>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13058945" y="-3255486"/>
            <a:ext cx="6677160" cy="4114800"/>
          </a:xfrm>
          <a:custGeom>
            <a:avLst/>
            <a:gdLst/>
            <a:ahLst/>
            <a:cxnLst/>
            <a:rect r="r" b="b" t="t" l="l"/>
            <a:pathLst>
              <a:path h="4114800" w="6677160">
                <a:moveTo>
                  <a:pt x="0" y="0"/>
                </a:moveTo>
                <a:lnTo>
                  <a:pt x="6677160" y="0"/>
                </a:lnTo>
                <a:lnTo>
                  <a:pt x="6677160"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683653" y="9525000"/>
            <a:ext cx="6677160" cy="4114800"/>
          </a:xfrm>
          <a:custGeom>
            <a:avLst/>
            <a:gdLst/>
            <a:ahLst/>
            <a:cxnLst/>
            <a:rect r="r" b="b" t="t" l="l"/>
            <a:pathLst>
              <a:path h="4114800" w="6677160">
                <a:moveTo>
                  <a:pt x="0" y="0"/>
                </a:moveTo>
                <a:lnTo>
                  <a:pt x="6677161" y="0"/>
                </a:lnTo>
                <a:lnTo>
                  <a:pt x="6677161"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937515" y="4205227"/>
            <a:ext cx="5867895" cy="4114861"/>
          </a:xfrm>
          <a:custGeom>
            <a:avLst/>
            <a:gdLst/>
            <a:ahLst/>
            <a:cxnLst/>
            <a:rect r="r" b="b" t="t" l="l"/>
            <a:pathLst>
              <a:path h="4114861" w="5867895">
                <a:moveTo>
                  <a:pt x="0" y="0"/>
                </a:moveTo>
                <a:lnTo>
                  <a:pt x="5867895" y="0"/>
                </a:lnTo>
                <a:lnTo>
                  <a:pt x="5867895" y="4114861"/>
                </a:lnTo>
                <a:lnTo>
                  <a:pt x="0" y="411486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7096057" y="1392736"/>
            <a:ext cx="7428845" cy="2377230"/>
          </a:xfrm>
          <a:custGeom>
            <a:avLst/>
            <a:gdLst/>
            <a:ahLst/>
            <a:cxnLst/>
            <a:rect r="r" b="b" t="t" l="l"/>
            <a:pathLst>
              <a:path h="2377230" w="7428845">
                <a:moveTo>
                  <a:pt x="0" y="0"/>
                </a:moveTo>
                <a:lnTo>
                  <a:pt x="7428845" y="0"/>
                </a:lnTo>
                <a:lnTo>
                  <a:pt x="7428845" y="2377230"/>
                </a:lnTo>
                <a:lnTo>
                  <a:pt x="0" y="237723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grpSp>
        <p:nvGrpSpPr>
          <p:cNvPr name="Group 7" id="7"/>
          <p:cNvGrpSpPr/>
          <p:nvPr/>
        </p:nvGrpSpPr>
        <p:grpSpPr>
          <a:xfrm rot="0">
            <a:off x="2303626" y="4723763"/>
            <a:ext cx="4389293" cy="3324889"/>
            <a:chOff x="0" y="0"/>
            <a:chExt cx="5852390" cy="4433186"/>
          </a:xfrm>
        </p:grpSpPr>
        <p:sp>
          <p:nvSpPr>
            <p:cNvPr name="Freeform 8" id="8"/>
            <p:cNvSpPr/>
            <p:nvPr/>
          </p:nvSpPr>
          <p:spPr>
            <a:xfrm flipH="false" flipV="false" rot="0">
              <a:off x="0" y="0"/>
              <a:ext cx="5852390" cy="4433186"/>
            </a:xfrm>
            <a:custGeom>
              <a:avLst/>
              <a:gdLst/>
              <a:ahLst/>
              <a:cxnLst/>
              <a:rect r="r" b="b" t="t" l="l"/>
              <a:pathLst>
                <a:path h="4433186" w="5852390">
                  <a:moveTo>
                    <a:pt x="0" y="0"/>
                  </a:moveTo>
                  <a:lnTo>
                    <a:pt x="5852390" y="0"/>
                  </a:lnTo>
                  <a:lnTo>
                    <a:pt x="5852390" y="4433186"/>
                  </a:lnTo>
                  <a:lnTo>
                    <a:pt x="0" y="443318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9" id="9"/>
            <p:cNvSpPr/>
            <p:nvPr/>
          </p:nvSpPr>
          <p:spPr>
            <a:xfrm flipH="false" flipV="false" rot="-102078">
              <a:off x="2544218" y="2402775"/>
              <a:ext cx="434098" cy="320690"/>
            </a:xfrm>
            <a:custGeom>
              <a:avLst/>
              <a:gdLst/>
              <a:ahLst/>
              <a:cxnLst/>
              <a:rect r="r" b="b" t="t" l="l"/>
              <a:pathLst>
                <a:path h="320690" w="434098">
                  <a:moveTo>
                    <a:pt x="0" y="0"/>
                  </a:moveTo>
                  <a:lnTo>
                    <a:pt x="434097" y="0"/>
                  </a:lnTo>
                  <a:lnTo>
                    <a:pt x="434097" y="320689"/>
                  </a:lnTo>
                  <a:lnTo>
                    <a:pt x="0" y="32068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0" id="10"/>
            <p:cNvSpPr/>
            <p:nvPr/>
          </p:nvSpPr>
          <p:spPr>
            <a:xfrm flipH="false" flipV="false" rot="-74343">
              <a:off x="2582180" y="1460111"/>
              <a:ext cx="297597" cy="482917"/>
            </a:xfrm>
            <a:custGeom>
              <a:avLst/>
              <a:gdLst/>
              <a:ahLst/>
              <a:cxnLst/>
              <a:rect r="r" b="b" t="t" l="l"/>
              <a:pathLst>
                <a:path h="482917" w="297597">
                  <a:moveTo>
                    <a:pt x="0" y="0"/>
                  </a:moveTo>
                  <a:lnTo>
                    <a:pt x="297597" y="0"/>
                  </a:lnTo>
                  <a:lnTo>
                    <a:pt x="297597" y="482917"/>
                  </a:lnTo>
                  <a:lnTo>
                    <a:pt x="0" y="482917"/>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a:ln cap="sq">
              <a:noFill/>
              <a:prstDash val="solid"/>
              <a:miter/>
            </a:ln>
          </p:spPr>
        </p:sp>
      </p:grpSp>
      <p:sp>
        <p:nvSpPr>
          <p:cNvPr name="Freeform 11" id="11"/>
          <p:cNvSpPr/>
          <p:nvPr/>
        </p:nvSpPr>
        <p:spPr>
          <a:xfrm flipH="false" flipV="false" rot="-10800000">
            <a:off x="-1460719" y="-1198086"/>
            <a:ext cx="7315200" cy="3557016"/>
          </a:xfrm>
          <a:custGeom>
            <a:avLst/>
            <a:gdLst/>
            <a:ahLst/>
            <a:cxnLst/>
            <a:rect r="r" b="b" t="t" l="l"/>
            <a:pathLst>
              <a:path h="3557016" w="7315200">
                <a:moveTo>
                  <a:pt x="0" y="0"/>
                </a:moveTo>
                <a:lnTo>
                  <a:pt x="7315200" y="0"/>
                </a:lnTo>
                <a:lnTo>
                  <a:pt x="7315200" y="3557016"/>
                </a:lnTo>
                <a:lnTo>
                  <a:pt x="0" y="3557016"/>
                </a:lnTo>
                <a:lnTo>
                  <a:pt x="0" y="0"/>
                </a:lnTo>
                <a:close/>
              </a:path>
            </a:pathLst>
          </a:custGeom>
          <a:blipFill>
            <a:blip r:embed="rId16">
              <a:alphaModFix amt="14000"/>
              <a:extLst>
                <a:ext uri="{96DAC541-7B7A-43D3-8B79-37D633B846F1}">
                  <asvg:svgBlip xmlns:asvg="http://schemas.microsoft.com/office/drawing/2016/SVG/main" r:embed="rId17"/>
                </a:ext>
              </a:extLst>
            </a:blip>
            <a:stretch>
              <a:fillRect l="0" t="0" r="0" b="0"/>
            </a:stretch>
          </a:blipFill>
          <a:ln cap="sq">
            <a:noFill/>
            <a:prstDash val="solid"/>
            <a:miter/>
          </a:ln>
        </p:spPr>
      </p:sp>
      <p:sp>
        <p:nvSpPr>
          <p:cNvPr name="Freeform 12" id="12"/>
          <p:cNvSpPr/>
          <p:nvPr/>
        </p:nvSpPr>
        <p:spPr>
          <a:xfrm flipH="false" flipV="false" rot="0">
            <a:off x="937515" y="2682484"/>
            <a:ext cx="5022953" cy="734607"/>
          </a:xfrm>
          <a:custGeom>
            <a:avLst/>
            <a:gdLst/>
            <a:ahLst/>
            <a:cxnLst/>
            <a:rect r="r" b="b" t="t" l="l"/>
            <a:pathLst>
              <a:path h="734607" w="5022953">
                <a:moveTo>
                  <a:pt x="0" y="0"/>
                </a:moveTo>
                <a:lnTo>
                  <a:pt x="5022953" y="0"/>
                </a:lnTo>
                <a:lnTo>
                  <a:pt x="5022953" y="734607"/>
                </a:lnTo>
                <a:lnTo>
                  <a:pt x="0" y="734607"/>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13" id="13"/>
          <p:cNvSpPr/>
          <p:nvPr/>
        </p:nvSpPr>
        <p:spPr>
          <a:xfrm flipH="false" flipV="false" rot="0">
            <a:off x="4498272" y="762000"/>
            <a:ext cx="1383880" cy="899522"/>
          </a:xfrm>
          <a:custGeom>
            <a:avLst/>
            <a:gdLst/>
            <a:ahLst/>
            <a:cxnLst/>
            <a:rect r="r" b="b" t="t" l="l"/>
            <a:pathLst>
              <a:path h="899522" w="1383880">
                <a:moveTo>
                  <a:pt x="0" y="0"/>
                </a:moveTo>
                <a:lnTo>
                  <a:pt x="1383880" y="0"/>
                </a:lnTo>
                <a:lnTo>
                  <a:pt x="1383880" y="899522"/>
                </a:lnTo>
                <a:lnTo>
                  <a:pt x="0" y="899522"/>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Freeform 14" id="14"/>
          <p:cNvSpPr/>
          <p:nvPr/>
        </p:nvSpPr>
        <p:spPr>
          <a:xfrm flipH="false" flipV="false" rot="-2081267">
            <a:off x="-2625324" y="5740047"/>
            <a:ext cx="3883342" cy="4114800"/>
          </a:xfrm>
          <a:custGeom>
            <a:avLst/>
            <a:gdLst/>
            <a:ahLst/>
            <a:cxnLst/>
            <a:rect r="r" b="b" t="t" l="l"/>
            <a:pathLst>
              <a:path h="4114800" w="3883342">
                <a:moveTo>
                  <a:pt x="0" y="0"/>
                </a:moveTo>
                <a:lnTo>
                  <a:pt x="3883343" y="0"/>
                </a:lnTo>
                <a:lnTo>
                  <a:pt x="3883343" y="4114800"/>
                </a:lnTo>
                <a:lnTo>
                  <a:pt x="0" y="4114800"/>
                </a:lnTo>
                <a:lnTo>
                  <a:pt x="0" y="0"/>
                </a:lnTo>
                <a:close/>
              </a:path>
            </a:pathLst>
          </a:custGeom>
          <a:blipFill>
            <a:blip r:embed="rId22">
              <a:alphaModFix amt="34000"/>
              <a:extLst>
                <a:ext uri="{96DAC541-7B7A-43D3-8B79-37D633B846F1}">
                  <asvg:svgBlip xmlns:asvg="http://schemas.microsoft.com/office/drawing/2016/SVG/main" r:embed="rId23"/>
                </a:ext>
              </a:extLst>
            </a:blip>
            <a:stretch>
              <a:fillRect l="0" t="0" r="0" b="0"/>
            </a:stretch>
          </a:blipFill>
        </p:spPr>
      </p:sp>
      <p:sp>
        <p:nvSpPr>
          <p:cNvPr name="TextBox 15" id="15"/>
          <p:cNvSpPr txBox="true"/>
          <p:nvPr/>
        </p:nvSpPr>
        <p:spPr>
          <a:xfrm rot="0">
            <a:off x="7651604" y="2296664"/>
            <a:ext cx="6807959" cy="514985"/>
          </a:xfrm>
          <a:prstGeom prst="rect">
            <a:avLst/>
          </a:prstGeom>
        </p:spPr>
        <p:txBody>
          <a:bodyPr anchor="t" rtlCol="false" tIns="0" lIns="0" bIns="0" rIns="0">
            <a:spAutoFit/>
          </a:bodyPr>
          <a:lstStyle/>
          <a:p>
            <a:pPr algn="l">
              <a:lnSpc>
                <a:spcPts val="3640"/>
              </a:lnSpc>
              <a:spcBef>
                <a:spcPct val="0"/>
              </a:spcBef>
            </a:pPr>
            <a:r>
              <a:rPr lang="en-US" sz="2600">
                <a:solidFill>
                  <a:srgbClr val="000000"/>
                </a:solidFill>
                <a:latin typeface="Agrandir"/>
                <a:ea typeface="Agrandir"/>
                <a:cs typeface="Agrandir"/>
                <a:sym typeface="Agrandir"/>
              </a:rPr>
              <a:t>Kelompok 1</a:t>
            </a:r>
          </a:p>
        </p:txBody>
      </p:sp>
      <p:sp>
        <p:nvSpPr>
          <p:cNvPr name="TextBox 16" id="16"/>
          <p:cNvSpPr txBox="true"/>
          <p:nvPr/>
        </p:nvSpPr>
        <p:spPr>
          <a:xfrm rot="0">
            <a:off x="7651604" y="2641398"/>
            <a:ext cx="6464746" cy="698500"/>
          </a:xfrm>
          <a:prstGeom prst="rect">
            <a:avLst/>
          </a:prstGeom>
        </p:spPr>
        <p:txBody>
          <a:bodyPr anchor="t" rtlCol="false" tIns="0" lIns="0" bIns="0" rIns="0">
            <a:spAutoFit/>
          </a:bodyPr>
          <a:lstStyle/>
          <a:p>
            <a:pPr algn="l" marL="0" indent="0" lvl="0">
              <a:lnSpc>
                <a:spcPts val="5600"/>
              </a:lnSpc>
              <a:spcBef>
                <a:spcPct val="0"/>
              </a:spcBef>
            </a:pPr>
            <a:r>
              <a:rPr lang="en-US" sz="4000">
                <a:solidFill>
                  <a:srgbClr val="000000"/>
                </a:solidFill>
                <a:latin typeface="Lilita One"/>
                <a:ea typeface="Lilita One"/>
                <a:cs typeface="Lilita One"/>
                <a:sym typeface="Lilita One"/>
              </a:rPr>
              <a:t>Nama Anggota</a:t>
            </a:r>
          </a:p>
        </p:txBody>
      </p:sp>
      <p:grpSp>
        <p:nvGrpSpPr>
          <p:cNvPr name="Group 17" id="17"/>
          <p:cNvGrpSpPr/>
          <p:nvPr/>
        </p:nvGrpSpPr>
        <p:grpSpPr>
          <a:xfrm rot="0">
            <a:off x="7959920" y="3948354"/>
            <a:ext cx="4570846" cy="945211"/>
            <a:chOff x="0" y="0"/>
            <a:chExt cx="1203844" cy="248944"/>
          </a:xfrm>
        </p:grpSpPr>
        <p:sp>
          <p:nvSpPr>
            <p:cNvPr name="Freeform 18" id="18"/>
            <p:cNvSpPr/>
            <p:nvPr/>
          </p:nvSpPr>
          <p:spPr>
            <a:xfrm flipH="false" flipV="false" rot="0">
              <a:off x="0" y="0"/>
              <a:ext cx="1203844" cy="248944"/>
            </a:xfrm>
            <a:custGeom>
              <a:avLst/>
              <a:gdLst/>
              <a:ahLst/>
              <a:cxnLst/>
              <a:rect r="r" b="b" t="t" l="l"/>
              <a:pathLst>
                <a:path h="248944" w="1203844">
                  <a:moveTo>
                    <a:pt x="30488" y="0"/>
                  </a:moveTo>
                  <a:lnTo>
                    <a:pt x="1173356" y="0"/>
                  </a:lnTo>
                  <a:cubicBezTo>
                    <a:pt x="1181442" y="0"/>
                    <a:pt x="1189197" y="3212"/>
                    <a:pt x="1194914" y="8930"/>
                  </a:cubicBezTo>
                  <a:cubicBezTo>
                    <a:pt x="1200632" y="14647"/>
                    <a:pt x="1203844" y="22402"/>
                    <a:pt x="1203844" y="30488"/>
                  </a:cubicBezTo>
                  <a:lnTo>
                    <a:pt x="1203844" y="218457"/>
                  </a:lnTo>
                  <a:cubicBezTo>
                    <a:pt x="1203844" y="235295"/>
                    <a:pt x="1190194" y="248944"/>
                    <a:pt x="1173356" y="248944"/>
                  </a:cubicBezTo>
                  <a:lnTo>
                    <a:pt x="30488" y="248944"/>
                  </a:lnTo>
                  <a:cubicBezTo>
                    <a:pt x="13650" y="248944"/>
                    <a:pt x="0" y="235295"/>
                    <a:pt x="0" y="218457"/>
                  </a:cubicBezTo>
                  <a:lnTo>
                    <a:pt x="0" y="30488"/>
                  </a:lnTo>
                  <a:cubicBezTo>
                    <a:pt x="0" y="13650"/>
                    <a:pt x="13650" y="0"/>
                    <a:pt x="30488" y="0"/>
                  </a:cubicBezTo>
                  <a:close/>
                </a:path>
              </a:pathLst>
            </a:custGeom>
            <a:solidFill>
              <a:srgbClr val="FFFFFF"/>
            </a:solidFill>
            <a:ln w="38100" cap="sq">
              <a:solidFill>
                <a:srgbClr val="C660B0"/>
              </a:solidFill>
              <a:prstDash val="solid"/>
              <a:miter/>
            </a:ln>
          </p:spPr>
        </p:sp>
        <p:sp>
          <p:nvSpPr>
            <p:cNvPr name="TextBox 19" id="19"/>
            <p:cNvSpPr txBox="true"/>
            <p:nvPr/>
          </p:nvSpPr>
          <p:spPr>
            <a:xfrm>
              <a:off x="0" y="-38100"/>
              <a:ext cx="1203844" cy="287044"/>
            </a:xfrm>
            <a:prstGeom prst="rect">
              <a:avLst/>
            </a:prstGeom>
          </p:spPr>
          <p:txBody>
            <a:bodyPr anchor="ctr" rtlCol="false" tIns="50800" lIns="50800" bIns="50800" rIns="50800"/>
            <a:lstStyle/>
            <a:p>
              <a:pPr algn="ctr">
                <a:lnSpc>
                  <a:spcPts val="2659"/>
                </a:lnSpc>
                <a:spcBef>
                  <a:spcPct val="0"/>
                </a:spcBef>
              </a:pPr>
            </a:p>
          </p:txBody>
        </p:sp>
      </p:grpSp>
      <p:grpSp>
        <p:nvGrpSpPr>
          <p:cNvPr name="Group 20" id="20"/>
          <p:cNvGrpSpPr/>
          <p:nvPr/>
        </p:nvGrpSpPr>
        <p:grpSpPr>
          <a:xfrm rot="0">
            <a:off x="12653629" y="3941416"/>
            <a:ext cx="4570846" cy="945211"/>
            <a:chOff x="0" y="0"/>
            <a:chExt cx="1203844" cy="248944"/>
          </a:xfrm>
        </p:grpSpPr>
        <p:sp>
          <p:nvSpPr>
            <p:cNvPr name="Freeform 21" id="21"/>
            <p:cNvSpPr/>
            <p:nvPr/>
          </p:nvSpPr>
          <p:spPr>
            <a:xfrm flipH="false" flipV="false" rot="0">
              <a:off x="0" y="0"/>
              <a:ext cx="1203844" cy="248944"/>
            </a:xfrm>
            <a:custGeom>
              <a:avLst/>
              <a:gdLst/>
              <a:ahLst/>
              <a:cxnLst/>
              <a:rect r="r" b="b" t="t" l="l"/>
              <a:pathLst>
                <a:path h="248944" w="1203844">
                  <a:moveTo>
                    <a:pt x="30488" y="0"/>
                  </a:moveTo>
                  <a:lnTo>
                    <a:pt x="1173356" y="0"/>
                  </a:lnTo>
                  <a:cubicBezTo>
                    <a:pt x="1181442" y="0"/>
                    <a:pt x="1189197" y="3212"/>
                    <a:pt x="1194914" y="8930"/>
                  </a:cubicBezTo>
                  <a:cubicBezTo>
                    <a:pt x="1200632" y="14647"/>
                    <a:pt x="1203844" y="22402"/>
                    <a:pt x="1203844" y="30488"/>
                  </a:cubicBezTo>
                  <a:lnTo>
                    <a:pt x="1203844" y="218457"/>
                  </a:lnTo>
                  <a:cubicBezTo>
                    <a:pt x="1203844" y="235295"/>
                    <a:pt x="1190194" y="248944"/>
                    <a:pt x="1173356" y="248944"/>
                  </a:cubicBezTo>
                  <a:lnTo>
                    <a:pt x="30488" y="248944"/>
                  </a:lnTo>
                  <a:cubicBezTo>
                    <a:pt x="13650" y="248944"/>
                    <a:pt x="0" y="235295"/>
                    <a:pt x="0" y="218457"/>
                  </a:cubicBezTo>
                  <a:lnTo>
                    <a:pt x="0" y="30488"/>
                  </a:lnTo>
                  <a:cubicBezTo>
                    <a:pt x="0" y="13650"/>
                    <a:pt x="13650" y="0"/>
                    <a:pt x="30488" y="0"/>
                  </a:cubicBezTo>
                  <a:close/>
                </a:path>
              </a:pathLst>
            </a:custGeom>
            <a:solidFill>
              <a:srgbClr val="FFFFFF"/>
            </a:solidFill>
            <a:ln w="38100" cap="sq">
              <a:solidFill>
                <a:srgbClr val="C660B0"/>
              </a:solidFill>
              <a:prstDash val="solid"/>
              <a:miter/>
            </a:ln>
          </p:spPr>
        </p:sp>
        <p:sp>
          <p:nvSpPr>
            <p:cNvPr name="TextBox 22" id="22"/>
            <p:cNvSpPr txBox="true"/>
            <p:nvPr/>
          </p:nvSpPr>
          <p:spPr>
            <a:xfrm>
              <a:off x="0" y="-38100"/>
              <a:ext cx="1203844" cy="287044"/>
            </a:xfrm>
            <a:prstGeom prst="rect">
              <a:avLst/>
            </a:prstGeom>
          </p:spPr>
          <p:txBody>
            <a:bodyPr anchor="ctr" rtlCol="false" tIns="50800" lIns="50800" bIns="50800" rIns="50800"/>
            <a:lstStyle/>
            <a:p>
              <a:pPr algn="ctr">
                <a:lnSpc>
                  <a:spcPts val="2659"/>
                </a:lnSpc>
                <a:spcBef>
                  <a:spcPct val="0"/>
                </a:spcBef>
              </a:pPr>
            </a:p>
          </p:txBody>
        </p:sp>
      </p:grpSp>
      <p:grpSp>
        <p:nvGrpSpPr>
          <p:cNvPr name="Group 23" id="23"/>
          <p:cNvGrpSpPr/>
          <p:nvPr/>
        </p:nvGrpSpPr>
        <p:grpSpPr>
          <a:xfrm rot="0">
            <a:off x="7060271" y="3941416"/>
            <a:ext cx="775824" cy="945211"/>
            <a:chOff x="0" y="0"/>
            <a:chExt cx="204332" cy="248944"/>
          </a:xfrm>
        </p:grpSpPr>
        <p:sp>
          <p:nvSpPr>
            <p:cNvPr name="Freeform 24" id="24"/>
            <p:cNvSpPr/>
            <p:nvPr/>
          </p:nvSpPr>
          <p:spPr>
            <a:xfrm flipH="false" flipV="false" rot="0">
              <a:off x="0" y="0"/>
              <a:ext cx="204332" cy="248944"/>
            </a:xfrm>
            <a:custGeom>
              <a:avLst/>
              <a:gdLst/>
              <a:ahLst/>
              <a:cxnLst/>
              <a:rect r="r" b="b" t="t" l="l"/>
              <a:pathLst>
                <a:path h="248944" w="204332">
                  <a:moveTo>
                    <a:pt x="102166" y="0"/>
                  </a:moveTo>
                  <a:lnTo>
                    <a:pt x="102166" y="0"/>
                  </a:lnTo>
                  <a:cubicBezTo>
                    <a:pt x="158591" y="0"/>
                    <a:pt x="204332" y="45741"/>
                    <a:pt x="204332" y="102166"/>
                  </a:cubicBezTo>
                  <a:lnTo>
                    <a:pt x="204332" y="146778"/>
                  </a:lnTo>
                  <a:cubicBezTo>
                    <a:pt x="204332" y="173874"/>
                    <a:pt x="193568" y="199861"/>
                    <a:pt x="174408" y="219021"/>
                  </a:cubicBezTo>
                  <a:cubicBezTo>
                    <a:pt x="155249" y="238181"/>
                    <a:pt x="129262" y="248944"/>
                    <a:pt x="102166" y="248944"/>
                  </a:cubicBezTo>
                  <a:lnTo>
                    <a:pt x="102166" y="248944"/>
                  </a:lnTo>
                  <a:cubicBezTo>
                    <a:pt x="75070" y="248944"/>
                    <a:pt x="49084" y="238181"/>
                    <a:pt x="29924" y="219021"/>
                  </a:cubicBezTo>
                  <a:cubicBezTo>
                    <a:pt x="10764" y="199861"/>
                    <a:pt x="0" y="173874"/>
                    <a:pt x="0" y="146778"/>
                  </a:cubicBezTo>
                  <a:lnTo>
                    <a:pt x="0" y="102166"/>
                  </a:lnTo>
                  <a:cubicBezTo>
                    <a:pt x="0" y="75070"/>
                    <a:pt x="10764" y="49084"/>
                    <a:pt x="29924" y="29924"/>
                  </a:cubicBezTo>
                  <a:cubicBezTo>
                    <a:pt x="49084" y="10764"/>
                    <a:pt x="75070" y="0"/>
                    <a:pt x="102166" y="0"/>
                  </a:cubicBezTo>
                  <a:close/>
                </a:path>
              </a:pathLst>
            </a:custGeom>
            <a:solidFill>
              <a:srgbClr val="FFFFFF"/>
            </a:solidFill>
            <a:ln w="38100" cap="sq">
              <a:solidFill>
                <a:srgbClr val="C660B0"/>
              </a:solidFill>
              <a:prstDash val="solid"/>
              <a:miter/>
            </a:ln>
          </p:spPr>
        </p:sp>
        <p:sp>
          <p:nvSpPr>
            <p:cNvPr name="TextBox 25" id="25"/>
            <p:cNvSpPr txBox="true"/>
            <p:nvPr/>
          </p:nvSpPr>
          <p:spPr>
            <a:xfrm>
              <a:off x="0" y="-38100"/>
              <a:ext cx="204332" cy="287044"/>
            </a:xfrm>
            <a:prstGeom prst="rect">
              <a:avLst/>
            </a:prstGeom>
          </p:spPr>
          <p:txBody>
            <a:bodyPr anchor="ctr" rtlCol="false" tIns="50800" lIns="50800" bIns="50800" rIns="50800"/>
            <a:lstStyle/>
            <a:p>
              <a:pPr algn="ctr">
                <a:lnSpc>
                  <a:spcPts val="2659"/>
                </a:lnSpc>
                <a:spcBef>
                  <a:spcPct val="0"/>
                </a:spcBef>
              </a:pPr>
            </a:p>
          </p:txBody>
        </p:sp>
      </p:grpSp>
      <p:sp>
        <p:nvSpPr>
          <p:cNvPr name="TextBox 26" id="26"/>
          <p:cNvSpPr txBox="true"/>
          <p:nvPr/>
        </p:nvSpPr>
        <p:spPr>
          <a:xfrm rot="0">
            <a:off x="7024485" y="4095415"/>
            <a:ext cx="847397" cy="600075"/>
          </a:xfrm>
          <a:prstGeom prst="rect">
            <a:avLst/>
          </a:prstGeom>
        </p:spPr>
        <p:txBody>
          <a:bodyPr anchor="t" rtlCol="false" tIns="0" lIns="0" bIns="0" rIns="0">
            <a:spAutoFit/>
          </a:bodyPr>
          <a:lstStyle/>
          <a:p>
            <a:pPr algn="ctr">
              <a:lnSpc>
                <a:spcPts val="4200"/>
              </a:lnSpc>
              <a:spcBef>
                <a:spcPct val="0"/>
              </a:spcBef>
            </a:pPr>
            <a:r>
              <a:rPr lang="en-US" b="true" sz="3000">
                <a:solidFill>
                  <a:srgbClr val="000000"/>
                </a:solidFill>
                <a:latin typeface="Agrandir Bold"/>
                <a:ea typeface="Agrandir Bold"/>
                <a:cs typeface="Agrandir Bold"/>
                <a:sym typeface="Agrandir Bold"/>
              </a:rPr>
              <a:t>1.</a:t>
            </a:r>
          </a:p>
        </p:txBody>
      </p:sp>
      <p:grpSp>
        <p:nvGrpSpPr>
          <p:cNvPr name="Group 27" id="27"/>
          <p:cNvGrpSpPr/>
          <p:nvPr/>
        </p:nvGrpSpPr>
        <p:grpSpPr>
          <a:xfrm rot="0">
            <a:off x="7995706" y="5060574"/>
            <a:ext cx="4570846" cy="945211"/>
            <a:chOff x="0" y="0"/>
            <a:chExt cx="1203844" cy="248944"/>
          </a:xfrm>
        </p:grpSpPr>
        <p:sp>
          <p:nvSpPr>
            <p:cNvPr name="Freeform 28" id="28"/>
            <p:cNvSpPr/>
            <p:nvPr/>
          </p:nvSpPr>
          <p:spPr>
            <a:xfrm flipH="false" flipV="false" rot="0">
              <a:off x="0" y="0"/>
              <a:ext cx="1203844" cy="248944"/>
            </a:xfrm>
            <a:custGeom>
              <a:avLst/>
              <a:gdLst/>
              <a:ahLst/>
              <a:cxnLst/>
              <a:rect r="r" b="b" t="t" l="l"/>
              <a:pathLst>
                <a:path h="248944" w="1203844">
                  <a:moveTo>
                    <a:pt x="30488" y="0"/>
                  </a:moveTo>
                  <a:lnTo>
                    <a:pt x="1173356" y="0"/>
                  </a:lnTo>
                  <a:cubicBezTo>
                    <a:pt x="1181442" y="0"/>
                    <a:pt x="1189197" y="3212"/>
                    <a:pt x="1194914" y="8930"/>
                  </a:cubicBezTo>
                  <a:cubicBezTo>
                    <a:pt x="1200632" y="14647"/>
                    <a:pt x="1203844" y="22402"/>
                    <a:pt x="1203844" y="30488"/>
                  </a:cubicBezTo>
                  <a:lnTo>
                    <a:pt x="1203844" y="218457"/>
                  </a:lnTo>
                  <a:cubicBezTo>
                    <a:pt x="1203844" y="235295"/>
                    <a:pt x="1190194" y="248944"/>
                    <a:pt x="1173356" y="248944"/>
                  </a:cubicBezTo>
                  <a:lnTo>
                    <a:pt x="30488" y="248944"/>
                  </a:lnTo>
                  <a:cubicBezTo>
                    <a:pt x="13650" y="248944"/>
                    <a:pt x="0" y="235295"/>
                    <a:pt x="0" y="218457"/>
                  </a:cubicBezTo>
                  <a:lnTo>
                    <a:pt x="0" y="30488"/>
                  </a:lnTo>
                  <a:cubicBezTo>
                    <a:pt x="0" y="13650"/>
                    <a:pt x="13650" y="0"/>
                    <a:pt x="30488" y="0"/>
                  </a:cubicBezTo>
                  <a:close/>
                </a:path>
              </a:pathLst>
            </a:custGeom>
            <a:solidFill>
              <a:srgbClr val="FFFFFF"/>
            </a:solidFill>
            <a:ln w="38100" cap="sq">
              <a:solidFill>
                <a:srgbClr val="C660B0"/>
              </a:solidFill>
              <a:prstDash val="solid"/>
              <a:miter/>
            </a:ln>
          </p:spPr>
        </p:sp>
        <p:sp>
          <p:nvSpPr>
            <p:cNvPr name="TextBox 29" id="29"/>
            <p:cNvSpPr txBox="true"/>
            <p:nvPr/>
          </p:nvSpPr>
          <p:spPr>
            <a:xfrm>
              <a:off x="0" y="-38100"/>
              <a:ext cx="1203844" cy="287044"/>
            </a:xfrm>
            <a:prstGeom prst="rect">
              <a:avLst/>
            </a:prstGeom>
          </p:spPr>
          <p:txBody>
            <a:bodyPr anchor="ctr" rtlCol="false" tIns="50800" lIns="50800" bIns="50800" rIns="50800"/>
            <a:lstStyle/>
            <a:p>
              <a:pPr algn="ctr">
                <a:lnSpc>
                  <a:spcPts val="2659"/>
                </a:lnSpc>
                <a:spcBef>
                  <a:spcPct val="0"/>
                </a:spcBef>
              </a:pPr>
            </a:p>
          </p:txBody>
        </p:sp>
      </p:grpSp>
      <p:grpSp>
        <p:nvGrpSpPr>
          <p:cNvPr name="Group 30" id="30"/>
          <p:cNvGrpSpPr/>
          <p:nvPr/>
        </p:nvGrpSpPr>
        <p:grpSpPr>
          <a:xfrm rot="0">
            <a:off x="12689416" y="5053636"/>
            <a:ext cx="4570846" cy="945211"/>
            <a:chOff x="0" y="0"/>
            <a:chExt cx="1203844" cy="248944"/>
          </a:xfrm>
        </p:grpSpPr>
        <p:sp>
          <p:nvSpPr>
            <p:cNvPr name="Freeform 31" id="31"/>
            <p:cNvSpPr/>
            <p:nvPr/>
          </p:nvSpPr>
          <p:spPr>
            <a:xfrm flipH="false" flipV="false" rot="0">
              <a:off x="0" y="0"/>
              <a:ext cx="1203844" cy="248944"/>
            </a:xfrm>
            <a:custGeom>
              <a:avLst/>
              <a:gdLst/>
              <a:ahLst/>
              <a:cxnLst/>
              <a:rect r="r" b="b" t="t" l="l"/>
              <a:pathLst>
                <a:path h="248944" w="1203844">
                  <a:moveTo>
                    <a:pt x="30488" y="0"/>
                  </a:moveTo>
                  <a:lnTo>
                    <a:pt x="1173356" y="0"/>
                  </a:lnTo>
                  <a:cubicBezTo>
                    <a:pt x="1181442" y="0"/>
                    <a:pt x="1189197" y="3212"/>
                    <a:pt x="1194914" y="8930"/>
                  </a:cubicBezTo>
                  <a:cubicBezTo>
                    <a:pt x="1200632" y="14647"/>
                    <a:pt x="1203844" y="22402"/>
                    <a:pt x="1203844" y="30488"/>
                  </a:cubicBezTo>
                  <a:lnTo>
                    <a:pt x="1203844" y="218457"/>
                  </a:lnTo>
                  <a:cubicBezTo>
                    <a:pt x="1203844" y="235295"/>
                    <a:pt x="1190194" y="248944"/>
                    <a:pt x="1173356" y="248944"/>
                  </a:cubicBezTo>
                  <a:lnTo>
                    <a:pt x="30488" y="248944"/>
                  </a:lnTo>
                  <a:cubicBezTo>
                    <a:pt x="13650" y="248944"/>
                    <a:pt x="0" y="235295"/>
                    <a:pt x="0" y="218457"/>
                  </a:cubicBezTo>
                  <a:lnTo>
                    <a:pt x="0" y="30488"/>
                  </a:lnTo>
                  <a:cubicBezTo>
                    <a:pt x="0" y="13650"/>
                    <a:pt x="13650" y="0"/>
                    <a:pt x="30488" y="0"/>
                  </a:cubicBezTo>
                  <a:close/>
                </a:path>
              </a:pathLst>
            </a:custGeom>
            <a:solidFill>
              <a:srgbClr val="FFFFFF"/>
            </a:solidFill>
            <a:ln w="38100" cap="sq">
              <a:solidFill>
                <a:srgbClr val="C660B0"/>
              </a:solidFill>
              <a:prstDash val="solid"/>
              <a:miter/>
            </a:ln>
          </p:spPr>
        </p:sp>
        <p:sp>
          <p:nvSpPr>
            <p:cNvPr name="TextBox 32" id="32"/>
            <p:cNvSpPr txBox="true"/>
            <p:nvPr/>
          </p:nvSpPr>
          <p:spPr>
            <a:xfrm>
              <a:off x="0" y="-38100"/>
              <a:ext cx="1203844" cy="287044"/>
            </a:xfrm>
            <a:prstGeom prst="rect">
              <a:avLst/>
            </a:prstGeom>
          </p:spPr>
          <p:txBody>
            <a:bodyPr anchor="ctr" rtlCol="false" tIns="50800" lIns="50800" bIns="50800" rIns="50800"/>
            <a:lstStyle/>
            <a:p>
              <a:pPr algn="ctr">
                <a:lnSpc>
                  <a:spcPts val="2659"/>
                </a:lnSpc>
                <a:spcBef>
                  <a:spcPct val="0"/>
                </a:spcBef>
              </a:pPr>
            </a:p>
          </p:txBody>
        </p:sp>
      </p:grpSp>
      <p:grpSp>
        <p:nvGrpSpPr>
          <p:cNvPr name="Group 33" id="33"/>
          <p:cNvGrpSpPr/>
          <p:nvPr/>
        </p:nvGrpSpPr>
        <p:grpSpPr>
          <a:xfrm rot="0">
            <a:off x="7096057" y="5053636"/>
            <a:ext cx="775824" cy="945211"/>
            <a:chOff x="0" y="0"/>
            <a:chExt cx="204332" cy="248944"/>
          </a:xfrm>
        </p:grpSpPr>
        <p:sp>
          <p:nvSpPr>
            <p:cNvPr name="Freeform 34" id="34"/>
            <p:cNvSpPr/>
            <p:nvPr/>
          </p:nvSpPr>
          <p:spPr>
            <a:xfrm flipH="false" flipV="false" rot="0">
              <a:off x="0" y="0"/>
              <a:ext cx="204332" cy="248944"/>
            </a:xfrm>
            <a:custGeom>
              <a:avLst/>
              <a:gdLst/>
              <a:ahLst/>
              <a:cxnLst/>
              <a:rect r="r" b="b" t="t" l="l"/>
              <a:pathLst>
                <a:path h="248944" w="204332">
                  <a:moveTo>
                    <a:pt x="102166" y="0"/>
                  </a:moveTo>
                  <a:lnTo>
                    <a:pt x="102166" y="0"/>
                  </a:lnTo>
                  <a:cubicBezTo>
                    <a:pt x="158591" y="0"/>
                    <a:pt x="204332" y="45741"/>
                    <a:pt x="204332" y="102166"/>
                  </a:cubicBezTo>
                  <a:lnTo>
                    <a:pt x="204332" y="146778"/>
                  </a:lnTo>
                  <a:cubicBezTo>
                    <a:pt x="204332" y="173874"/>
                    <a:pt x="193568" y="199861"/>
                    <a:pt x="174408" y="219021"/>
                  </a:cubicBezTo>
                  <a:cubicBezTo>
                    <a:pt x="155249" y="238181"/>
                    <a:pt x="129262" y="248944"/>
                    <a:pt x="102166" y="248944"/>
                  </a:cubicBezTo>
                  <a:lnTo>
                    <a:pt x="102166" y="248944"/>
                  </a:lnTo>
                  <a:cubicBezTo>
                    <a:pt x="75070" y="248944"/>
                    <a:pt x="49084" y="238181"/>
                    <a:pt x="29924" y="219021"/>
                  </a:cubicBezTo>
                  <a:cubicBezTo>
                    <a:pt x="10764" y="199861"/>
                    <a:pt x="0" y="173874"/>
                    <a:pt x="0" y="146778"/>
                  </a:cubicBezTo>
                  <a:lnTo>
                    <a:pt x="0" y="102166"/>
                  </a:lnTo>
                  <a:cubicBezTo>
                    <a:pt x="0" y="75070"/>
                    <a:pt x="10764" y="49084"/>
                    <a:pt x="29924" y="29924"/>
                  </a:cubicBezTo>
                  <a:cubicBezTo>
                    <a:pt x="49084" y="10764"/>
                    <a:pt x="75070" y="0"/>
                    <a:pt x="102166" y="0"/>
                  </a:cubicBezTo>
                  <a:close/>
                </a:path>
              </a:pathLst>
            </a:custGeom>
            <a:solidFill>
              <a:srgbClr val="FFFFFF"/>
            </a:solidFill>
            <a:ln w="38100" cap="sq">
              <a:solidFill>
                <a:srgbClr val="C660B0"/>
              </a:solidFill>
              <a:prstDash val="solid"/>
              <a:miter/>
            </a:ln>
          </p:spPr>
        </p:sp>
        <p:sp>
          <p:nvSpPr>
            <p:cNvPr name="TextBox 35" id="35"/>
            <p:cNvSpPr txBox="true"/>
            <p:nvPr/>
          </p:nvSpPr>
          <p:spPr>
            <a:xfrm>
              <a:off x="0" y="-38100"/>
              <a:ext cx="204332" cy="287044"/>
            </a:xfrm>
            <a:prstGeom prst="rect">
              <a:avLst/>
            </a:prstGeom>
          </p:spPr>
          <p:txBody>
            <a:bodyPr anchor="ctr" rtlCol="false" tIns="50800" lIns="50800" bIns="50800" rIns="50800"/>
            <a:lstStyle/>
            <a:p>
              <a:pPr algn="ctr">
                <a:lnSpc>
                  <a:spcPts val="2659"/>
                </a:lnSpc>
                <a:spcBef>
                  <a:spcPct val="0"/>
                </a:spcBef>
              </a:pPr>
            </a:p>
          </p:txBody>
        </p:sp>
      </p:grpSp>
      <p:sp>
        <p:nvSpPr>
          <p:cNvPr name="TextBox 36" id="36"/>
          <p:cNvSpPr txBox="true"/>
          <p:nvPr/>
        </p:nvSpPr>
        <p:spPr>
          <a:xfrm rot="0">
            <a:off x="7060271" y="5207635"/>
            <a:ext cx="847397" cy="600075"/>
          </a:xfrm>
          <a:prstGeom prst="rect">
            <a:avLst/>
          </a:prstGeom>
        </p:spPr>
        <p:txBody>
          <a:bodyPr anchor="t" rtlCol="false" tIns="0" lIns="0" bIns="0" rIns="0">
            <a:spAutoFit/>
          </a:bodyPr>
          <a:lstStyle/>
          <a:p>
            <a:pPr algn="ctr">
              <a:lnSpc>
                <a:spcPts val="4200"/>
              </a:lnSpc>
              <a:spcBef>
                <a:spcPct val="0"/>
              </a:spcBef>
            </a:pPr>
            <a:r>
              <a:rPr lang="en-US" b="true" sz="3000">
                <a:solidFill>
                  <a:srgbClr val="000000"/>
                </a:solidFill>
                <a:latin typeface="Agrandir Bold"/>
                <a:ea typeface="Agrandir Bold"/>
                <a:cs typeface="Agrandir Bold"/>
                <a:sym typeface="Agrandir Bold"/>
              </a:rPr>
              <a:t>1.</a:t>
            </a:r>
          </a:p>
        </p:txBody>
      </p:sp>
      <p:grpSp>
        <p:nvGrpSpPr>
          <p:cNvPr name="Group 37" id="37"/>
          <p:cNvGrpSpPr/>
          <p:nvPr/>
        </p:nvGrpSpPr>
        <p:grpSpPr>
          <a:xfrm rot="0">
            <a:off x="8031493" y="6174647"/>
            <a:ext cx="4570846" cy="945211"/>
            <a:chOff x="0" y="0"/>
            <a:chExt cx="1203844" cy="248944"/>
          </a:xfrm>
        </p:grpSpPr>
        <p:sp>
          <p:nvSpPr>
            <p:cNvPr name="Freeform 38" id="38"/>
            <p:cNvSpPr/>
            <p:nvPr/>
          </p:nvSpPr>
          <p:spPr>
            <a:xfrm flipH="false" flipV="false" rot="0">
              <a:off x="0" y="0"/>
              <a:ext cx="1203844" cy="248944"/>
            </a:xfrm>
            <a:custGeom>
              <a:avLst/>
              <a:gdLst/>
              <a:ahLst/>
              <a:cxnLst/>
              <a:rect r="r" b="b" t="t" l="l"/>
              <a:pathLst>
                <a:path h="248944" w="1203844">
                  <a:moveTo>
                    <a:pt x="30488" y="0"/>
                  </a:moveTo>
                  <a:lnTo>
                    <a:pt x="1173356" y="0"/>
                  </a:lnTo>
                  <a:cubicBezTo>
                    <a:pt x="1181442" y="0"/>
                    <a:pt x="1189197" y="3212"/>
                    <a:pt x="1194914" y="8930"/>
                  </a:cubicBezTo>
                  <a:cubicBezTo>
                    <a:pt x="1200632" y="14647"/>
                    <a:pt x="1203844" y="22402"/>
                    <a:pt x="1203844" y="30488"/>
                  </a:cubicBezTo>
                  <a:lnTo>
                    <a:pt x="1203844" y="218457"/>
                  </a:lnTo>
                  <a:cubicBezTo>
                    <a:pt x="1203844" y="235295"/>
                    <a:pt x="1190194" y="248944"/>
                    <a:pt x="1173356" y="248944"/>
                  </a:cubicBezTo>
                  <a:lnTo>
                    <a:pt x="30488" y="248944"/>
                  </a:lnTo>
                  <a:cubicBezTo>
                    <a:pt x="13650" y="248944"/>
                    <a:pt x="0" y="235295"/>
                    <a:pt x="0" y="218457"/>
                  </a:cubicBezTo>
                  <a:lnTo>
                    <a:pt x="0" y="30488"/>
                  </a:lnTo>
                  <a:cubicBezTo>
                    <a:pt x="0" y="13650"/>
                    <a:pt x="13650" y="0"/>
                    <a:pt x="30488" y="0"/>
                  </a:cubicBezTo>
                  <a:close/>
                </a:path>
              </a:pathLst>
            </a:custGeom>
            <a:solidFill>
              <a:srgbClr val="FFFFFF"/>
            </a:solidFill>
            <a:ln w="38100" cap="sq">
              <a:solidFill>
                <a:srgbClr val="C660B0"/>
              </a:solidFill>
              <a:prstDash val="solid"/>
              <a:miter/>
            </a:ln>
          </p:spPr>
        </p:sp>
        <p:sp>
          <p:nvSpPr>
            <p:cNvPr name="TextBox 39" id="39"/>
            <p:cNvSpPr txBox="true"/>
            <p:nvPr/>
          </p:nvSpPr>
          <p:spPr>
            <a:xfrm>
              <a:off x="0" y="-38100"/>
              <a:ext cx="1203844" cy="287044"/>
            </a:xfrm>
            <a:prstGeom prst="rect">
              <a:avLst/>
            </a:prstGeom>
          </p:spPr>
          <p:txBody>
            <a:bodyPr anchor="ctr" rtlCol="false" tIns="50800" lIns="50800" bIns="50800" rIns="50800"/>
            <a:lstStyle/>
            <a:p>
              <a:pPr algn="ctr">
                <a:lnSpc>
                  <a:spcPts val="2659"/>
                </a:lnSpc>
                <a:spcBef>
                  <a:spcPct val="0"/>
                </a:spcBef>
              </a:pPr>
            </a:p>
          </p:txBody>
        </p:sp>
      </p:grpSp>
      <p:grpSp>
        <p:nvGrpSpPr>
          <p:cNvPr name="Group 40" id="40"/>
          <p:cNvGrpSpPr/>
          <p:nvPr/>
        </p:nvGrpSpPr>
        <p:grpSpPr>
          <a:xfrm rot="0">
            <a:off x="12725202" y="6167709"/>
            <a:ext cx="4570846" cy="945211"/>
            <a:chOff x="0" y="0"/>
            <a:chExt cx="1203844" cy="248944"/>
          </a:xfrm>
        </p:grpSpPr>
        <p:sp>
          <p:nvSpPr>
            <p:cNvPr name="Freeform 41" id="41"/>
            <p:cNvSpPr/>
            <p:nvPr/>
          </p:nvSpPr>
          <p:spPr>
            <a:xfrm flipH="false" flipV="false" rot="0">
              <a:off x="0" y="0"/>
              <a:ext cx="1203844" cy="248944"/>
            </a:xfrm>
            <a:custGeom>
              <a:avLst/>
              <a:gdLst/>
              <a:ahLst/>
              <a:cxnLst/>
              <a:rect r="r" b="b" t="t" l="l"/>
              <a:pathLst>
                <a:path h="248944" w="1203844">
                  <a:moveTo>
                    <a:pt x="30488" y="0"/>
                  </a:moveTo>
                  <a:lnTo>
                    <a:pt x="1173356" y="0"/>
                  </a:lnTo>
                  <a:cubicBezTo>
                    <a:pt x="1181442" y="0"/>
                    <a:pt x="1189197" y="3212"/>
                    <a:pt x="1194914" y="8930"/>
                  </a:cubicBezTo>
                  <a:cubicBezTo>
                    <a:pt x="1200632" y="14647"/>
                    <a:pt x="1203844" y="22402"/>
                    <a:pt x="1203844" y="30488"/>
                  </a:cubicBezTo>
                  <a:lnTo>
                    <a:pt x="1203844" y="218457"/>
                  </a:lnTo>
                  <a:cubicBezTo>
                    <a:pt x="1203844" y="235295"/>
                    <a:pt x="1190194" y="248944"/>
                    <a:pt x="1173356" y="248944"/>
                  </a:cubicBezTo>
                  <a:lnTo>
                    <a:pt x="30488" y="248944"/>
                  </a:lnTo>
                  <a:cubicBezTo>
                    <a:pt x="13650" y="248944"/>
                    <a:pt x="0" y="235295"/>
                    <a:pt x="0" y="218457"/>
                  </a:cubicBezTo>
                  <a:lnTo>
                    <a:pt x="0" y="30488"/>
                  </a:lnTo>
                  <a:cubicBezTo>
                    <a:pt x="0" y="13650"/>
                    <a:pt x="13650" y="0"/>
                    <a:pt x="30488" y="0"/>
                  </a:cubicBezTo>
                  <a:close/>
                </a:path>
              </a:pathLst>
            </a:custGeom>
            <a:solidFill>
              <a:srgbClr val="FFFFFF"/>
            </a:solidFill>
            <a:ln w="38100" cap="sq">
              <a:solidFill>
                <a:srgbClr val="C660B0"/>
              </a:solidFill>
              <a:prstDash val="solid"/>
              <a:miter/>
            </a:ln>
          </p:spPr>
        </p:sp>
        <p:sp>
          <p:nvSpPr>
            <p:cNvPr name="TextBox 42" id="42"/>
            <p:cNvSpPr txBox="true"/>
            <p:nvPr/>
          </p:nvSpPr>
          <p:spPr>
            <a:xfrm>
              <a:off x="0" y="-38100"/>
              <a:ext cx="1203844" cy="287044"/>
            </a:xfrm>
            <a:prstGeom prst="rect">
              <a:avLst/>
            </a:prstGeom>
          </p:spPr>
          <p:txBody>
            <a:bodyPr anchor="ctr" rtlCol="false" tIns="50800" lIns="50800" bIns="50800" rIns="50800"/>
            <a:lstStyle/>
            <a:p>
              <a:pPr algn="ctr">
                <a:lnSpc>
                  <a:spcPts val="2659"/>
                </a:lnSpc>
                <a:spcBef>
                  <a:spcPct val="0"/>
                </a:spcBef>
              </a:pPr>
            </a:p>
          </p:txBody>
        </p:sp>
      </p:grpSp>
      <p:grpSp>
        <p:nvGrpSpPr>
          <p:cNvPr name="Group 43" id="43"/>
          <p:cNvGrpSpPr/>
          <p:nvPr/>
        </p:nvGrpSpPr>
        <p:grpSpPr>
          <a:xfrm rot="0">
            <a:off x="7131844" y="6167709"/>
            <a:ext cx="775824" cy="945211"/>
            <a:chOff x="0" y="0"/>
            <a:chExt cx="204332" cy="248944"/>
          </a:xfrm>
        </p:grpSpPr>
        <p:sp>
          <p:nvSpPr>
            <p:cNvPr name="Freeform 44" id="44"/>
            <p:cNvSpPr/>
            <p:nvPr/>
          </p:nvSpPr>
          <p:spPr>
            <a:xfrm flipH="false" flipV="false" rot="0">
              <a:off x="0" y="0"/>
              <a:ext cx="204332" cy="248944"/>
            </a:xfrm>
            <a:custGeom>
              <a:avLst/>
              <a:gdLst/>
              <a:ahLst/>
              <a:cxnLst/>
              <a:rect r="r" b="b" t="t" l="l"/>
              <a:pathLst>
                <a:path h="248944" w="204332">
                  <a:moveTo>
                    <a:pt x="102166" y="0"/>
                  </a:moveTo>
                  <a:lnTo>
                    <a:pt x="102166" y="0"/>
                  </a:lnTo>
                  <a:cubicBezTo>
                    <a:pt x="158591" y="0"/>
                    <a:pt x="204332" y="45741"/>
                    <a:pt x="204332" y="102166"/>
                  </a:cubicBezTo>
                  <a:lnTo>
                    <a:pt x="204332" y="146778"/>
                  </a:lnTo>
                  <a:cubicBezTo>
                    <a:pt x="204332" y="173874"/>
                    <a:pt x="193568" y="199861"/>
                    <a:pt x="174408" y="219021"/>
                  </a:cubicBezTo>
                  <a:cubicBezTo>
                    <a:pt x="155249" y="238181"/>
                    <a:pt x="129262" y="248944"/>
                    <a:pt x="102166" y="248944"/>
                  </a:cubicBezTo>
                  <a:lnTo>
                    <a:pt x="102166" y="248944"/>
                  </a:lnTo>
                  <a:cubicBezTo>
                    <a:pt x="75070" y="248944"/>
                    <a:pt x="49084" y="238181"/>
                    <a:pt x="29924" y="219021"/>
                  </a:cubicBezTo>
                  <a:cubicBezTo>
                    <a:pt x="10764" y="199861"/>
                    <a:pt x="0" y="173874"/>
                    <a:pt x="0" y="146778"/>
                  </a:cubicBezTo>
                  <a:lnTo>
                    <a:pt x="0" y="102166"/>
                  </a:lnTo>
                  <a:cubicBezTo>
                    <a:pt x="0" y="75070"/>
                    <a:pt x="10764" y="49084"/>
                    <a:pt x="29924" y="29924"/>
                  </a:cubicBezTo>
                  <a:cubicBezTo>
                    <a:pt x="49084" y="10764"/>
                    <a:pt x="75070" y="0"/>
                    <a:pt x="102166" y="0"/>
                  </a:cubicBezTo>
                  <a:close/>
                </a:path>
              </a:pathLst>
            </a:custGeom>
            <a:solidFill>
              <a:srgbClr val="FFFFFF"/>
            </a:solidFill>
            <a:ln w="38100" cap="sq">
              <a:solidFill>
                <a:srgbClr val="C660B0"/>
              </a:solidFill>
              <a:prstDash val="solid"/>
              <a:miter/>
            </a:ln>
          </p:spPr>
        </p:sp>
        <p:sp>
          <p:nvSpPr>
            <p:cNvPr name="TextBox 45" id="45"/>
            <p:cNvSpPr txBox="true"/>
            <p:nvPr/>
          </p:nvSpPr>
          <p:spPr>
            <a:xfrm>
              <a:off x="0" y="-38100"/>
              <a:ext cx="204332" cy="287044"/>
            </a:xfrm>
            <a:prstGeom prst="rect">
              <a:avLst/>
            </a:prstGeom>
          </p:spPr>
          <p:txBody>
            <a:bodyPr anchor="ctr" rtlCol="false" tIns="50800" lIns="50800" bIns="50800" rIns="50800"/>
            <a:lstStyle/>
            <a:p>
              <a:pPr algn="ctr">
                <a:lnSpc>
                  <a:spcPts val="2659"/>
                </a:lnSpc>
                <a:spcBef>
                  <a:spcPct val="0"/>
                </a:spcBef>
              </a:pPr>
            </a:p>
          </p:txBody>
        </p:sp>
      </p:grpSp>
      <p:sp>
        <p:nvSpPr>
          <p:cNvPr name="TextBox 46" id="46"/>
          <p:cNvSpPr txBox="true"/>
          <p:nvPr/>
        </p:nvSpPr>
        <p:spPr>
          <a:xfrm rot="0">
            <a:off x="7096057" y="6321708"/>
            <a:ext cx="847397" cy="600075"/>
          </a:xfrm>
          <a:prstGeom prst="rect">
            <a:avLst/>
          </a:prstGeom>
        </p:spPr>
        <p:txBody>
          <a:bodyPr anchor="t" rtlCol="false" tIns="0" lIns="0" bIns="0" rIns="0">
            <a:spAutoFit/>
          </a:bodyPr>
          <a:lstStyle/>
          <a:p>
            <a:pPr algn="ctr">
              <a:lnSpc>
                <a:spcPts val="4200"/>
              </a:lnSpc>
              <a:spcBef>
                <a:spcPct val="0"/>
              </a:spcBef>
            </a:pPr>
            <a:r>
              <a:rPr lang="en-US" b="true" sz="3000">
                <a:solidFill>
                  <a:srgbClr val="000000"/>
                </a:solidFill>
                <a:latin typeface="Agrandir Bold"/>
                <a:ea typeface="Agrandir Bold"/>
                <a:cs typeface="Agrandir Bold"/>
                <a:sym typeface="Agrandir Bold"/>
              </a:rPr>
              <a:t>1.</a:t>
            </a:r>
          </a:p>
        </p:txBody>
      </p:sp>
      <p:grpSp>
        <p:nvGrpSpPr>
          <p:cNvPr name="Group 47" id="47"/>
          <p:cNvGrpSpPr/>
          <p:nvPr/>
        </p:nvGrpSpPr>
        <p:grpSpPr>
          <a:xfrm rot="0">
            <a:off x="7995706" y="7288721"/>
            <a:ext cx="4570846" cy="945211"/>
            <a:chOff x="0" y="0"/>
            <a:chExt cx="1203844" cy="248944"/>
          </a:xfrm>
        </p:grpSpPr>
        <p:sp>
          <p:nvSpPr>
            <p:cNvPr name="Freeform 48" id="48"/>
            <p:cNvSpPr/>
            <p:nvPr/>
          </p:nvSpPr>
          <p:spPr>
            <a:xfrm flipH="false" flipV="false" rot="0">
              <a:off x="0" y="0"/>
              <a:ext cx="1203844" cy="248944"/>
            </a:xfrm>
            <a:custGeom>
              <a:avLst/>
              <a:gdLst/>
              <a:ahLst/>
              <a:cxnLst/>
              <a:rect r="r" b="b" t="t" l="l"/>
              <a:pathLst>
                <a:path h="248944" w="1203844">
                  <a:moveTo>
                    <a:pt x="30488" y="0"/>
                  </a:moveTo>
                  <a:lnTo>
                    <a:pt x="1173356" y="0"/>
                  </a:lnTo>
                  <a:cubicBezTo>
                    <a:pt x="1181442" y="0"/>
                    <a:pt x="1189197" y="3212"/>
                    <a:pt x="1194914" y="8930"/>
                  </a:cubicBezTo>
                  <a:cubicBezTo>
                    <a:pt x="1200632" y="14647"/>
                    <a:pt x="1203844" y="22402"/>
                    <a:pt x="1203844" y="30488"/>
                  </a:cubicBezTo>
                  <a:lnTo>
                    <a:pt x="1203844" y="218457"/>
                  </a:lnTo>
                  <a:cubicBezTo>
                    <a:pt x="1203844" y="235295"/>
                    <a:pt x="1190194" y="248944"/>
                    <a:pt x="1173356" y="248944"/>
                  </a:cubicBezTo>
                  <a:lnTo>
                    <a:pt x="30488" y="248944"/>
                  </a:lnTo>
                  <a:cubicBezTo>
                    <a:pt x="13650" y="248944"/>
                    <a:pt x="0" y="235295"/>
                    <a:pt x="0" y="218457"/>
                  </a:cubicBezTo>
                  <a:lnTo>
                    <a:pt x="0" y="30488"/>
                  </a:lnTo>
                  <a:cubicBezTo>
                    <a:pt x="0" y="13650"/>
                    <a:pt x="13650" y="0"/>
                    <a:pt x="30488" y="0"/>
                  </a:cubicBezTo>
                  <a:close/>
                </a:path>
              </a:pathLst>
            </a:custGeom>
            <a:solidFill>
              <a:srgbClr val="FFFFFF"/>
            </a:solidFill>
            <a:ln w="38100" cap="sq">
              <a:solidFill>
                <a:srgbClr val="C660B0"/>
              </a:solidFill>
              <a:prstDash val="solid"/>
              <a:miter/>
            </a:ln>
          </p:spPr>
        </p:sp>
        <p:sp>
          <p:nvSpPr>
            <p:cNvPr name="TextBox 49" id="49"/>
            <p:cNvSpPr txBox="true"/>
            <p:nvPr/>
          </p:nvSpPr>
          <p:spPr>
            <a:xfrm>
              <a:off x="0" y="-38100"/>
              <a:ext cx="1203844" cy="287044"/>
            </a:xfrm>
            <a:prstGeom prst="rect">
              <a:avLst/>
            </a:prstGeom>
          </p:spPr>
          <p:txBody>
            <a:bodyPr anchor="ctr" rtlCol="false" tIns="50800" lIns="50800" bIns="50800" rIns="50800"/>
            <a:lstStyle/>
            <a:p>
              <a:pPr algn="ctr">
                <a:lnSpc>
                  <a:spcPts val="2659"/>
                </a:lnSpc>
                <a:spcBef>
                  <a:spcPct val="0"/>
                </a:spcBef>
              </a:pPr>
            </a:p>
          </p:txBody>
        </p:sp>
      </p:grpSp>
      <p:grpSp>
        <p:nvGrpSpPr>
          <p:cNvPr name="Group 50" id="50"/>
          <p:cNvGrpSpPr/>
          <p:nvPr/>
        </p:nvGrpSpPr>
        <p:grpSpPr>
          <a:xfrm rot="0">
            <a:off x="12689416" y="7281783"/>
            <a:ext cx="4570846" cy="945211"/>
            <a:chOff x="0" y="0"/>
            <a:chExt cx="1203844" cy="248944"/>
          </a:xfrm>
        </p:grpSpPr>
        <p:sp>
          <p:nvSpPr>
            <p:cNvPr name="Freeform 51" id="51"/>
            <p:cNvSpPr/>
            <p:nvPr/>
          </p:nvSpPr>
          <p:spPr>
            <a:xfrm flipH="false" flipV="false" rot="0">
              <a:off x="0" y="0"/>
              <a:ext cx="1203844" cy="248944"/>
            </a:xfrm>
            <a:custGeom>
              <a:avLst/>
              <a:gdLst/>
              <a:ahLst/>
              <a:cxnLst/>
              <a:rect r="r" b="b" t="t" l="l"/>
              <a:pathLst>
                <a:path h="248944" w="1203844">
                  <a:moveTo>
                    <a:pt x="30488" y="0"/>
                  </a:moveTo>
                  <a:lnTo>
                    <a:pt x="1173356" y="0"/>
                  </a:lnTo>
                  <a:cubicBezTo>
                    <a:pt x="1181442" y="0"/>
                    <a:pt x="1189197" y="3212"/>
                    <a:pt x="1194914" y="8930"/>
                  </a:cubicBezTo>
                  <a:cubicBezTo>
                    <a:pt x="1200632" y="14647"/>
                    <a:pt x="1203844" y="22402"/>
                    <a:pt x="1203844" y="30488"/>
                  </a:cubicBezTo>
                  <a:lnTo>
                    <a:pt x="1203844" y="218457"/>
                  </a:lnTo>
                  <a:cubicBezTo>
                    <a:pt x="1203844" y="235295"/>
                    <a:pt x="1190194" y="248944"/>
                    <a:pt x="1173356" y="248944"/>
                  </a:cubicBezTo>
                  <a:lnTo>
                    <a:pt x="30488" y="248944"/>
                  </a:lnTo>
                  <a:cubicBezTo>
                    <a:pt x="13650" y="248944"/>
                    <a:pt x="0" y="235295"/>
                    <a:pt x="0" y="218457"/>
                  </a:cubicBezTo>
                  <a:lnTo>
                    <a:pt x="0" y="30488"/>
                  </a:lnTo>
                  <a:cubicBezTo>
                    <a:pt x="0" y="13650"/>
                    <a:pt x="13650" y="0"/>
                    <a:pt x="30488" y="0"/>
                  </a:cubicBezTo>
                  <a:close/>
                </a:path>
              </a:pathLst>
            </a:custGeom>
            <a:solidFill>
              <a:srgbClr val="FFFFFF"/>
            </a:solidFill>
            <a:ln w="38100" cap="sq">
              <a:solidFill>
                <a:srgbClr val="C660B0"/>
              </a:solidFill>
              <a:prstDash val="solid"/>
              <a:miter/>
            </a:ln>
          </p:spPr>
        </p:sp>
        <p:sp>
          <p:nvSpPr>
            <p:cNvPr name="TextBox 52" id="52"/>
            <p:cNvSpPr txBox="true"/>
            <p:nvPr/>
          </p:nvSpPr>
          <p:spPr>
            <a:xfrm>
              <a:off x="0" y="-38100"/>
              <a:ext cx="1203844" cy="287044"/>
            </a:xfrm>
            <a:prstGeom prst="rect">
              <a:avLst/>
            </a:prstGeom>
          </p:spPr>
          <p:txBody>
            <a:bodyPr anchor="ctr" rtlCol="false" tIns="50800" lIns="50800" bIns="50800" rIns="50800"/>
            <a:lstStyle/>
            <a:p>
              <a:pPr algn="ctr">
                <a:lnSpc>
                  <a:spcPts val="2659"/>
                </a:lnSpc>
                <a:spcBef>
                  <a:spcPct val="0"/>
                </a:spcBef>
              </a:pPr>
            </a:p>
          </p:txBody>
        </p:sp>
      </p:grpSp>
      <p:grpSp>
        <p:nvGrpSpPr>
          <p:cNvPr name="Group 53" id="53"/>
          <p:cNvGrpSpPr/>
          <p:nvPr/>
        </p:nvGrpSpPr>
        <p:grpSpPr>
          <a:xfrm rot="0">
            <a:off x="7096057" y="7281783"/>
            <a:ext cx="775824" cy="945211"/>
            <a:chOff x="0" y="0"/>
            <a:chExt cx="204332" cy="248944"/>
          </a:xfrm>
        </p:grpSpPr>
        <p:sp>
          <p:nvSpPr>
            <p:cNvPr name="Freeform 54" id="54"/>
            <p:cNvSpPr/>
            <p:nvPr/>
          </p:nvSpPr>
          <p:spPr>
            <a:xfrm flipH="false" flipV="false" rot="0">
              <a:off x="0" y="0"/>
              <a:ext cx="204332" cy="248944"/>
            </a:xfrm>
            <a:custGeom>
              <a:avLst/>
              <a:gdLst/>
              <a:ahLst/>
              <a:cxnLst/>
              <a:rect r="r" b="b" t="t" l="l"/>
              <a:pathLst>
                <a:path h="248944" w="204332">
                  <a:moveTo>
                    <a:pt x="102166" y="0"/>
                  </a:moveTo>
                  <a:lnTo>
                    <a:pt x="102166" y="0"/>
                  </a:lnTo>
                  <a:cubicBezTo>
                    <a:pt x="158591" y="0"/>
                    <a:pt x="204332" y="45741"/>
                    <a:pt x="204332" y="102166"/>
                  </a:cubicBezTo>
                  <a:lnTo>
                    <a:pt x="204332" y="146778"/>
                  </a:lnTo>
                  <a:cubicBezTo>
                    <a:pt x="204332" y="173874"/>
                    <a:pt x="193568" y="199861"/>
                    <a:pt x="174408" y="219021"/>
                  </a:cubicBezTo>
                  <a:cubicBezTo>
                    <a:pt x="155249" y="238181"/>
                    <a:pt x="129262" y="248944"/>
                    <a:pt x="102166" y="248944"/>
                  </a:cubicBezTo>
                  <a:lnTo>
                    <a:pt x="102166" y="248944"/>
                  </a:lnTo>
                  <a:cubicBezTo>
                    <a:pt x="75070" y="248944"/>
                    <a:pt x="49084" y="238181"/>
                    <a:pt x="29924" y="219021"/>
                  </a:cubicBezTo>
                  <a:cubicBezTo>
                    <a:pt x="10764" y="199861"/>
                    <a:pt x="0" y="173874"/>
                    <a:pt x="0" y="146778"/>
                  </a:cubicBezTo>
                  <a:lnTo>
                    <a:pt x="0" y="102166"/>
                  </a:lnTo>
                  <a:cubicBezTo>
                    <a:pt x="0" y="75070"/>
                    <a:pt x="10764" y="49084"/>
                    <a:pt x="29924" y="29924"/>
                  </a:cubicBezTo>
                  <a:cubicBezTo>
                    <a:pt x="49084" y="10764"/>
                    <a:pt x="75070" y="0"/>
                    <a:pt x="102166" y="0"/>
                  </a:cubicBezTo>
                  <a:close/>
                </a:path>
              </a:pathLst>
            </a:custGeom>
            <a:solidFill>
              <a:srgbClr val="FFFFFF"/>
            </a:solidFill>
            <a:ln w="38100" cap="sq">
              <a:solidFill>
                <a:srgbClr val="C660B0"/>
              </a:solidFill>
              <a:prstDash val="solid"/>
              <a:miter/>
            </a:ln>
          </p:spPr>
        </p:sp>
        <p:sp>
          <p:nvSpPr>
            <p:cNvPr name="TextBox 55" id="55"/>
            <p:cNvSpPr txBox="true"/>
            <p:nvPr/>
          </p:nvSpPr>
          <p:spPr>
            <a:xfrm>
              <a:off x="0" y="-38100"/>
              <a:ext cx="204332" cy="287044"/>
            </a:xfrm>
            <a:prstGeom prst="rect">
              <a:avLst/>
            </a:prstGeom>
          </p:spPr>
          <p:txBody>
            <a:bodyPr anchor="ctr" rtlCol="false" tIns="50800" lIns="50800" bIns="50800" rIns="50800"/>
            <a:lstStyle/>
            <a:p>
              <a:pPr algn="ctr">
                <a:lnSpc>
                  <a:spcPts val="2659"/>
                </a:lnSpc>
                <a:spcBef>
                  <a:spcPct val="0"/>
                </a:spcBef>
              </a:pPr>
            </a:p>
          </p:txBody>
        </p:sp>
      </p:grpSp>
      <p:sp>
        <p:nvSpPr>
          <p:cNvPr name="TextBox 56" id="56"/>
          <p:cNvSpPr txBox="true"/>
          <p:nvPr/>
        </p:nvSpPr>
        <p:spPr>
          <a:xfrm rot="0">
            <a:off x="7060271" y="7435782"/>
            <a:ext cx="847397" cy="600075"/>
          </a:xfrm>
          <a:prstGeom prst="rect">
            <a:avLst/>
          </a:prstGeom>
        </p:spPr>
        <p:txBody>
          <a:bodyPr anchor="t" rtlCol="false" tIns="0" lIns="0" bIns="0" rIns="0">
            <a:spAutoFit/>
          </a:bodyPr>
          <a:lstStyle/>
          <a:p>
            <a:pPr algn="ctr">
              <a:lnSpc>
                <a:spcPts val="4200"/>
              </a:lnSpc>
              <a:spcBef>
                <a:spcPct val="0"/>
              </a:spcBef>
            </a:pPr>
            <a:r>
              <a:rPr lang="en-US" b="true" sz="3000">
                <a:solidFill>
                  <a:srgbClr val="000000"/>
                </a:solidFill>
                <a:latin typeface="Agrandir Bold"/>
                <a:ea typeface="Agrandir Bold"/>
                <a:cs typeface="Agrandir Bold"/>
                <a:sym typeface="Agrandir Bold"/>
              </a:rPr>
              <a:t>1.</a:t>
            </a:r>
          </a:p>
        </p:txBody>
      </p:sp>
      <p:grpSp>
        <p:nvGrpSpPr>
          <p:cNvPr name="Group 57" id="57"/>
          <p:cNvGrpSpPr/>
          <p:nvPr/>
        </p:nvGrpSpPr>
        <p:grpSpPr>
          <a:xfrm rot="0">
            <a:off x="8067279" y="8402794"/>
            <a:ext cx="4570846" cy="945211"/>
            <a:chOff x="0" y="0"/>
            <a:chExt cx="1203844" cy="248944"/>
          </a:xfrm>
        </p:grpSpPr>
        <p:sp>
          <p:nvSpPr>
            <p:cNvPr name="Freeform 58" id="58"/>
            <p:cNvSpPr/>
            <p:nvPr/>
          </p:nvSpPr>
          <p:spPr>
            <a:xfrm flipH="false" flipV="false" rot="0">
              <a:off x="0" y="0"/>
              <a:ext cx="1203844" cy="248944"/>
            </a:xfrm>
            <a:custGeom>
              <a:avLst/>
              <a:gdLst/>
              <a:ahLst/>
              <a:cxnLst/>
              <a:rect r="r" b="b" t="t" l="l"/>
              <a:pathLst>
                <a:path h="248944" w="1203844">
                  <a:moveTo>
                    <a:pt x="30488" y="0"/>
                  </a:moveTo>
                  <a:lnTo>
                    <a:pt x="1173356" y="0"/>
                  </a:lnTo>
                  <a:cubicBezTo>
                    <a:pt x="1181442" y="0"/>
                    <a:pt x="1189197" y="3212"/>
                    <a:pt x="1194914" y="8930"/>
                  </a:cubicBezTo>
                  <a:cubicBezTo>
                    <a:pt x="1200632" y="14647"/>
                    <a:pt x="1203844" y="22402"/>
                    <a:pt x="1203844" y="30488"/>
                  </a:cubicBezTo>
                  <a:lnTo>
                    <a:pt x="1203844" y="218457"/>
                  </a:lnTo>
                  <a:cubicBezTo>
                    <a:pt x="1203844" y="235295"/>
                    <a:pt x="1190194" y="248944"/>
                    <a:pt x="1173356" y="248944"/>
                  </a:cubicBezTo>
                  <a:lnTo>
                    <a:pt x="30488" y="248944"/>
                  </a:lnTo>
                  <a:cubicBezTo>
                    <a:pt x="13650" y="248944"/>
                    <a:pt x="0" y="235295"/>
                    <a:pt x="0" y="218457"/>
                  </a:cubicBezTo>
                  <a:lnTo>
                    <a:pt x="0" y="30488"/>
                  </a:lnTo>
                  <a:cubicBezTo>
                    <a:pt x="0" y="13650"/>
                    <a:pt x="13650" y="0"/>
                    <a:pt x="30488" y="0"/>
                  </a:cubicBezTo>
                  <a:close/>
                </a:path>
              </a:pathLst>
            </a:custGeom>
            <a:solidFill>
              <a:srgbClr val="FFFFFF"/>
            </a:solidFill>
            <a:ln w="38100" cap="sq">
              <a:solidFill>
                <a:srgbClr val="C660B0"/>
              </a:solidFill>
              <a:prstDash val="solid"/>
              <a:miter/>
            </a:ln>
          </p:spPr>
        </p:sp>
        <p:sp>
          <p:nvSpPr>
            <p:cNvPr name="TextBox 59" id="59"/>
            <p:cNvSpPr txBox="true"/>
            <p:nvPr/>
          </p:nvSpPr>
          <p:spPr>
            <a:xfrm>
              <a:off x="0" y="-38100"/>
              <a:ext cx="1203844" cy="287044"/>
            </a:xfrm>
            <a:prstGeom prst="rect">
              <a:avLst/>
            </a:prstGeom>
          </p:spPr>
          <p:txBody>
            <a:bodyPr anchor="ctr" rtlCol="false" tIns="50800" lIns="50800" bIns="50800" rIns="50800"/>
            <a:lstStyle/>
            <a:p>
              <a:pPr algn="ctr">
                <a:lnSpc>
                  <a:spcPts val="2659"/>
                </a:lnSpc>
                <a:spcBef>
                  <a:spcPct val="0"/>
                </a:spcBef>
              </a:pPr>
            </a:p>
          </p:txBody>
        </p:sp>
      </p:grpSp>
      <p:grpSp>
        <p:nvGrpSpPr>
          <p:cNvPr name="Group 60" id="60"/>
          <p:cNvGrpSpPr/>
          <p:nvPr/>
        </p:nvGrpSpPr>
        <p:grpSpPr>
          <a:xfrm rot="0">
            <a:off x="12760988" y="8395857"/>
            <a:ext cx="4570846" cy="945211"/>
            <a:chOff x="0" y="0"/>
            <a:chExt cx="1203844" cy="248944"/>
          </a:xfrm>
        </p:grpSpPr>
        <p:sp>
          <p:nvSpPr>
            <p:cNvPr name="Freeform 61" id="61"/>
            <p:cNvSpPr/>
            <p:nvPr/>
          </p:nvSpPr>
          <p:spPr>
            <a:xfrm flipH="false" flipV="false" rot="0">
              <a:off x="0" y="0"/>
              <a:ext cx="1203844" cy="248944"/>
            </a:xfrm>
            <a:custGeom>
              <a:avLst/>
              <a:gdLst/>
              <a:ahLst/>
              <a:cxnLst/>
              <a:rect r="r" b="b" t="t" l="l"/>
              <a:pathLst>
                <a:path h="248944" w="1203844">
                  <a:moveTo>
                    <a:pt x="30488" y="0"/>
                  </a:moveTo>
                  <a:lnTo>
                    <a:pt x="1173356" y="0"/>
                  </a:lnTo>
                  <a:cubicBezTo>
                    <a:pt x="1181442" y="0"/>
                    <a:pt x="1189197" y="3212"/>
                    <a:pt x="1194914" y="8930"/>
                  </a:cubicBezTo>
                  <a:cubicBezTo>
                    <a:pt x="1200632" y="14647"/>
                    <a:pt x="1203844" y="22402"/>
                    <a:pt x="1203844" y="30488"/>
                  </a:cubicBezTo>
                  <a:lnTo>
                    <a:pt x="1203844" y="218457"/>
                  </a:lnTo>
                  <a:cubicBezTo>
                    <a:pt x="1203844" y="235295"/>
                    <a:pt x="1190194" y="248944"/>
                    <a:pt x="1173356" y="248944"/>
                  </a:cubicBezTo>
                  <a:lnTo>
                    <a:pt x="30488" y="248944"/>
                  </a:lnTo>
                  <a:cubicBezTo>
                    <a:pt x="13650" y="248944"/>
                    <a:pt x="0" y="235295"/>
                    <a:pt x="0" y="218457"/>
                  </a:cubicBezTo>
                  <a:lnTo>
                    <a:pt x="0" y="30488"/>
                  </a:lnTo>
                  <a:cubicBezTo>
                    <a:pt x="0" y="13650"/>
                    <a:pt x="13650" y="0"/>
                    <a:pt x="30488" y="0"/>
                  </a:cubicBezTo>
                  <a:close/>
                </a:path>
              </a:pathLst>
            </a:custGeom>
            <a:solidFill>
              <a:srgbClr val="FFFFFF"/>
            </a:solidFill>
            <a:ln w="38100" cap="sq">
              <a:solidFill>
                <a:srgbClr val="C660B0"/>
              </a:solidFill>
              <a:prstDash val="solid"/>
              <a:miter/>
            </a:ln>
          </p:spPr>
        </p:sp>
        <p:sp>
          <p:nvSpPr>
            <p:cNvPr name="TextBox 62" id="62"/>
            <p:cNvSpPr txBox="true"/>
            <p:nvPr/>
          </p:nvSpPr>
          <p:spPr>
            <a:xfrm>
              <a:off x="0" y="-38100"/>
              <a:ext cx="1203844" cy="287044"/>
            </a:xfrm>
            <a:prstGeom prst="rect">
              <a:avLst/>
            </a:prstGeom>
          </p:spPr>
          <p:txBody>
            <a:bodyPr anchor="ctr" rtlCol="false" tIns="50800" lIns="50800" bIns="50800" rIns="50800"/>
            <a:lstStyle/>
            <a:p>
              <a:pPr algn="ctr">
                <a:lnSpc>
                  <a:spcPts val="2659"/>
                </a:lnSpc>
                <a:spcBef>
                  <a:spcPct val="0"/>
                </a:spcBef>
              </a:pPr>
            </a:p>
          </p:txBody>
        </p:sp>
      </p:grpSp>
      <p:grpSp>
        <p:nvGrpSpPr>
          <p:cNvPr name="Group 63" id="63"/>
          <p:cNvGrpSpPr/>
          <p:nvPr/>
        </p:nvGrpSpPr>
        <p:grpSpPr>
          <a:xfrm rot="0">
            <a:off x="7167630" y="8395857"/>
            <a:ext cx="775824" cy="945211"/>
            <a:chOff x="0" y="0"/>
            <a:chExt cx="204332" cy="248944"/>
          </a:xfrm>
        </p:grpSpPr>
        <p:sp>
          <p:nvSpPr>
            <p:cNvPr name="Freeform 64" id="64"/>
            <p:cNvSpPr/>
            <p:nvPr/>
          </p:nvSpPr>
          <p:spPr>
            <a:xfrm flipH="false" flipV="false" rot="0">
              <a:off x="0" y="0"/>
              <a:ext cx="204332" cy="248944"/>
            </a:xfrm>
            <a:custGeom>
              <a:avLst/>
              <a:gdLst/>
              <a:ahLst/>
              <a:cxnLst/>
              <a:rect r="r" b="b" t="t" l="l"/>
              <a:pathLst>
                <a:path h="248944" w="204332">
                  <a:moveTo>
                    <a:pt x="102166" y="0"/>
                  </a:moveTo>
                  <a:lnTo>
                    <a:pt x="102166" y="0"/>
                  </a:lnTo>
                  <a:cubicBezTo>
                    <a:pt x="158591" y="0"/>
                    <a:pt x="204332" y="45741"/>
                    <a:pt x="204332" y="102166"/>
                  </a:cubicBezTo>
                  <a:lnTo>
                    <a:pt x="204332" y="146778"/>
                  </a:lnTo>
                  <a:cubicBezTo>
                    <a:pt x="204332" y="173874"/>
                    <a:pt x="193568" y="199861"/>
                    <a:pt x="174408" y="219021"/>
                  </a:cubicBezTo>
                  <a:cubicBezTo>
                    <a:pt x="155249" y="238181"/>
                    <a:pt x="129262" y="248944"/>
                    <a:pt x="102166" y="248944"/>
                  </a:cubicBezTo>
                  <a:lnTo>
                    <a:pt x="102166" y="248944"/>
                  </a:lnTo>
                  <a:cubicBezTo>
                    <a:pt x="75070" y="248944"/>
                    <a:pt x="49084" y="238181"/>
                    <a:pt x="29924" y="219021"/>
                  </a:cubicBezTo>
                  <a:cubicBezTo>
                    <a:pt x="10764" y="199861"/>
                    <a:pt x="0" y="173874"/>
                    <a:pt x="0" y="146778"/>
                  </a:cubicBezTo>
                  <a:lnTo>
                    <a:pt x="0" y="102166"/>
                  </a:lnTo>
                  <a:cubicBezTo>
                    <a:pt x="0" y="75070"/>
                    <a:pt x="10764" y="49084"/>
                    <a:pt x="29924" y="29924"/>
                  </a:cubicBezTo>
                  <a:cubicBezTo>
                    <a:pt x="49084" y="10764"/>
                    <a:pt x="75070" y="0"/>
                    <a:pt x="102166" y="0"/>
                  </a:cubicBezTo>
                  <a:close/>
                </a:path>
              </a:pathLst>
            </a:custGeom>
            <a:solidFill>
              <a:srgbClr val="FFFFFF"/>
            </a:solidFill>
            <a:ln w="38100" cap="sq">
              <a:solidFill>
                <a:srgbClr val="C660B0"/>
              </a:solidFill>
              <a:prstDash val="solid"/>
              <a:miter/>
            </a:ln>
          </p:spPr>
        </p:sp>
        <p:sp>
          <p:nvSpPr>
            <p:cNvPr name="TextBox 65" id="65"/>
            <p:cNvSpPr txBox="true"/>
            <p:nvPr/>
          </p:nvSpPr>
          <p:spPr>
            <a:xfrm>
              <a:off x="0" y="-38100"/>
              <a:ext cx="204332" cy="287044"/>
            </a:xfrm>
            <a:prstGeom prst="rect">
              <a:avLst/>
            </a:prstGeom>
          </p:spPr>
          <p:txBody>
            <a:bodyPr anchor="ctr" rtlCol="false" tIns="50800" lIns="50800" bIns="50800" rIns="50800"/>
            <a:lstStyle/>
            <a:p>
              <a:pPr algn="ctr">
                <a:lnSpc>
                  <a:spcPts val="2659"/>
                </a:lnSpc>
                <a:spcBef>
                  <a:spcPct val="0"/>
                </a:spcBef>
              </a:pPr>
            </a:p>
          </p:txBody>
        </p:sp>
      </p:grpSp>
      <p:sp>
        <p:nvSpPr>
          <p:cNvPr name="TextBox 66" id="66"/>
          <p:cNvSpPr txBox="true"/>
          <p:nvPr/>
        </p:nvSpPr>
        <p:spPr>
          <a:xfrm rot="0">
            <a:off x="7131844" y="8549855"/>
            <a:ext cx="847397" cy="600075"/>
          </a:xfrm>
          <a:prstGeom prst="rect">
            <a:avLst/>
          </a:prstGeom>
        </p:spPr>
        <p:txBody>
          <a:bodyPr anchor="t" rtlCol="false" tIns="0" lIns="0" bIns="0" rIns="0">
            <a:spAutoFit/>
          </a:bodyPr>
          <a:lstStyle/>
          <a:p>
            <a:pPr algn="ctr">
              <a:lnSpc>
                <a:spcPts val="4200"/>
              </a:lnSpc>
              <a:spcBef>
                <a:spcPct val="0"/>
              </a:spcBef>
            </a:pPr>
            <a:r>
              <a:rPr lang="en-US" b="true" sz="3000">
                <a:solidFill>
                  <a:srgbClr val="000000"/>
                </a:solidFill>
                <a:latin typeface="Agrandir Bold"/>
                <a:ea typeface="Agrandir Bold"/>
                <a:cs typeface="Agrandir Bold"/>
                <a:sym typeface="Agrandir Bold"/>
              </a:rPr>
              <a:t>1.</a:t>
            </a:r>
          </a:p>
        </p:txBody>
      </p:sp>
      <p:sp>
        <p:nvSpPr>
          <p:cNvPr name="TextBox 67" id="67"/>
          <p:cNvSpPr txBox="true"/>
          <p:nvPr/>
        </p:nvSpPr>
        <p:spPr>
          <a:xfrm rot="0">
            <a:off x="8090956" y="4147485"/>
            <a:ext cx="4266638" cy="514985"/>
          </a:xfrm>
          <a:prstGeom prst="rect">
            <a:avLst/>
          </a:prstGeom>
        </p:spPr>
        <p:txBody>
          <a:bodyPr anchor="t" rtlCol="false" tIns="0" lIns="0" bIns="0" rIns="0">
            <a:spAutoFit/>
          </a:bodyPr>
          <a:lstStyle/>
          <a:p>
            <a:pPr algn="l">
              <a:lnSpc>
                <a:spcPts val="3640"/>
              </a:lnSpc>
              <a:spcBef>
                <a:spcPct val="0"/>
              </a:spcBef>
            </a:pPr>
            <a:r>
              <a:rPr lang="en-US" sz="2600">
                <a:solidFill>
                  <a:srgbClr val="000000"/>
                </a:solidFill>
                <a:latin typeface="Agrandir"/>
                <a:ea typeface="Agrandir"/>
                <a:cs typeface="Agrandir"/>
                <a:sym typeface="Agrandir"/>
              </a:rPr>
              <a:t>Rauf Hidayat </a:t>
            </a:r>
          </a:p>
        </p:txBody>
      </p:sp>
      <p:sp>
        <p:nvSpPr>
          <p:cNvPr name="TextBox 68" id="68"/>
          <p:cNvSpPr txBox="true"/>
          <p:nvPr/>
        </p:nvSpPr>
        <p:spPr>
          <a:xfrm rot="0">
            <a:off x="8126743" y="5259705"/>
            <a:ext cx="4266638" cy="514985"/>
          </a:xfrm>
          <a:prstGeom prst="rect">
            <a:avLst/>
          </a:prstGeom>
        </p:spPr>
        <p:txBody>
          <a:bodyPr anchor="t" rtlCol="false" tIns="0" lIns="0" bIns="0" rIns="0">
            <a:spAutoFit/>
          </a:bodyPr>
          <a:lstStyle/>
          <a:p>
            <a:pPr algn="l">
              <a:lnSpc>
                <a:spcPts val="3640"/>
              </a:lnSpc>
              <a:spcBef>
                <a:spcPct val="0"/>
              </a:spcBef>
            </a:pPr>
            <a:r>
              <a:rPr lang="en-US" sz="2600">
                <a:solidFill>
                  <a:srgbClr val="000000"/>
                </a:solidFill>
                <a:latin typeface="Agrandir"/>
                <a:ea typeface="Agrandir"/>
                <a:cs typeface="Agrandir"/>
                <a:sym typeface="Agrandir"/>
              </a:rPr>
              <a:t>Yura Ramadhani </a:t>
            </a:r>
          </a:p>
        </p:txBody>
      </p:sp>
      <p:sp>
        <p:nvSpPr>
          <p:cNvPr name="TextBox 69" id="69"/>
          <p:cNvSpPr txBox="true"/>
          <p:nvPr/>
        </p:nvSpPr>
        <p:spPr>
          <a:xfrm rot="0">
            <a:off x="8147810" y="6327848"/>
            <a:ext cx="4266638" cy="514985"/>
          </a:xfrm>
          <a:prstGeom prst="rect">
            <a:avLst/>
          </a:prstGeom>
        </p:spPr>
        <p:txBody>
          <a:bodyPr anchor="t" rtlCol="false" tIns="0" lIns="0" bIns="0" rIns="0">
            <a:spAutoFit/>
          </a:bodyPr>
          <a:lstStyle/>
          <a:p>
            <a:pPr algn="l">
              <a:lnSpc>
                <a:spcPts val="3640"/>
              </a:lnSpc>
              <a:spcBef>
                <a:spcPct val="0"/>
              </a:spcBef>
            </a:pPr>
            <a:r>
              <a:rPr lang="en-US" sz="2600">
                <a:solidFill>
                  <a:srgbClr val="000000"/>
                </a:solidFill>
                <a:latin typeface="Agrandir"/>
                <a:ea typeface="Agrandir"/>
                <a:cs typeface="Agrandir"/>
                <a:sym typeface="Agrandir"/>
              </a:rPr>
              <a:t> Balqis Manisa </a:t>
            </a:r>
          </a:p>
        </p:txBody>
      </p:sp>
      <p:sp>
        <p:nvSpPr>
          <p:cNvPr name="TextBox 70" id="70"/>
          <p:cNvSpPr txBox="true"/>
          <p:nvPr/>
        </p:nvSpPr>
        <p:spPr>
          <a:xfrm rot="0">
            <a:off x="8168877" y="7454832"/>
            <a:ext cx="4266638" cy="514985"/>
          </a:xfrm>
          <a:prstGeom prst="rect">
            <a:avLst/>
          </a:prstGeom>
        </p:spPr>
        <p:txBody>
          <a:bodyPr anchor="t" rtlCol="false" tIns="0" lIns="0" bIns="0" rIns="0">
            <a:spAutoFit/>
          </a:bodyPr>
          <a:lstStyle/>
          <a:p>
            <a:pPr algn="l">
              <a:lnSpc>
                <a:spcPts val="3640"/>
              </a:lnSpc>
              <a:spcBef>
                <a:spcPct val="0"/>
              </a:spcBef>
            </a:pPr>
            <a:r>
              <a:rPr lang="en-US" sz="2600">
                <a:solidFill>
                  <a:srgbClr val="000000"/>
                </a:solidFill>
                <a:latin typeface="Agrandir"/>
                <a:ea typeface="Agrandir"/>
                <a:cs typeface="Agrandir"/>
                <a:sym typeface="Agrandir"/>
              </a:rPr>
              <a:t>Meyky Ajmariadi </a:t>
            </a:r>
          </a:p>
        </p:txBody>
      </p:sp>
      <p:sp>
        <p:nvSpPr>
          <p:cNvPr name="TextBox 71" id="71"/>
          <p:cNvSpPr txBox="true"/>
          <p:nvPr/>
        </p:nvSpPr>
        <p:spPr>
          <a:xfrm rot="0">
            <a:off x="8183596" y="8601925"/>
            <a:ext cx="4266638" cy="514985"/>
          </a:xfrm>
          <a:prstGeom prst="rect">
            <a:avLst/>
          </a:prstGeom>
        </p:spPr>
        <p:txBody>
          <a:bodyPr anchor="t" rtlCol="false" tIns="0" lIns="0" bIns="0" rIns="0">
            <a:spAutoFit/>
          </a:bodyPr>
          <a:lstStyle/>
          <a:p>
            <a:pPr algn="l">
              <a:lnSpc>
                <a:spcPts val="3640"/>
              </a:lnSpc>
              <a:spcBef>
                <a:spcPct val="0"/>
              </a:spcBef>
            </a:pPr>
            <a:r>
              <a:rPr lang="en-US" sz="2600">
                <a:solidFill>
                  <a:srgbClr val="000000"/>
                </a:solidFill>
                <a:latin typeface="Agrandir"/>
                <a:ea typeface="Agrandir"/>
                <a:cs typeface="Agrandir"/>
                <a:sym typeface="Agrandir"/>
              </a:rPr>
              <a:t>Auriel Lifta Ekeriana G </a:t>
            </a:r>
          </a:p>
        </p:txBody>
      </p:sp>
      <p:sp>
        <p:nvSpPr>
          <p:cNvPr name="TextBox 72" id="72"/>
          <p:cNvSpPr txBox="true"/>
          <p:nvPr/>
        </p:nvSpPr>
        <p:spPr>
          <a:xfrm rot="0">
            <a:off x="12841519" y="4114465"/>
            <a:ext cx="4266638" cy="514985"/>
          </a:xfrm>
          <a:prstGeom prst="rect">
            <a:avLst/>
          </a:prstGeom>
        </p:spPr>
        <p:txBody>
          <a:bodyPr anchor="t" rtlCol="false" tIns="0" lIns="0" bIns="0" rIns="0">
            <a:spAutoFit/>
          </a:bodyPr>
          <a:lstStyle/>
          <a:p>
            <a:pPr algn="l">
              <a:lnSpc>
                <a:spcPts val="3640"/>
              </a:lnSpc>
              <a:spcBef>
                <a:spcPct val="0"/>
              </a:spcBef>
            </a:pPr>
            <a:r>
              <a:rPr lang="en-US" sz="2600">
                <a:solidFill>
                  <a:srgbClr val="000000"/>
                </a:solidFill>
                <a:latin typeface="Agrandir"/>
                <a:ea typeface="Agrandir"/>
                <a:cs typeface="Agrandir"/>
                <a:sym typeface="Agrandir"/>
              </a:rPr>
              <a:t>2401020057</a:t>
            </a:r>
          </a:p>
        </p:txBody>
      </p:sp>
      <p:sp>
        <p:nvSpPr>
          <p:cNvPr name="TextBox 73" id="73"/>
          <p:cNvSpPr txBox="true"/>
          <p:nvPr/>
        </p:nvSpPr>
        <p:spPr>
          <a:xfrm rot="0">
            <a:off x="12841519" y="5259705"/>
            <a:ext cx="4266638" cy="514985"/>
          </a:xfrm>
          <a:prstGeom prst="rect">
            <a:avLst/>
          </a:prstGeom>
        </p:spPr>
        <p:txBody>
          <a:bodyPr anchor="t" rtlCol="false" tIns="0" lIns="0" bIns="0" rIns="0">
            <a:spAutoFit/>
          </a:bodyPr>
          <a:lstStyle/>
          <a:p>
            <a:pPr algn="l">
              <a:lnSpc>
                <a:spcPts val="3640"/>
              </a:lnSpc>
              <a:spcBef>
                <a:spcPct val="0"/>
              </a:spcBef>
            </a:pPr>
            <a:r>
              <a:rPr lang="en-US" sz="2600">
                <a:solidFill>
                  <a:srgbClr val="000000"/>
                </a:solidFill>
                <a:latin typeface="Agrandir"/>
                <a:ea typeface="Agrandir"/>
                <a:cs typeface="Agrandir"/>
                <a:sym typeface="Agrandir"/>
              </a:rPr>
              <a:t>2401020068</a:t>
            </a:r>
          </a:p>
        </p:txBody>
      </p:sp>
      <p:sp>
        <p:nvSpPr>
          <p:cNvPr name="TextBox 74" id="74"/>
          <p:cNvSpPr txBox="true"/>
          <p:nvPr/>
        </p:nvSpPr>
        <p:spPr>
          <a:xfrm rot="0">
            <a:off x="12841519" y="6320910"/>
            <a:ext cx="4266638" cy="514985"/>
          </a:xfrm>
          <a:prstGeom prst="rect">
            <a:avLst/>
          </a:prstGeom>
        </p:spPr>
        <p:txBody>
          <a:bodyPr anchor="t" rtlCol="false" tIns="0" lIns="0" bIns="0" rIns="0">
            <a:spAutoFit/>
          </a:bodyPr>
          <a:lstStyle/>
          <a:p>
            <a:pPr algn="l">
              <a:lnSpc>
                <a:spcPts val="3640"/>
              </a:lnSpc>
              <a:spcBef>
                <a:spcPct val="0"/>
              </a:spcBef>
            </a:pPr>
            <a:r>
              <a:rPr lang="en-US" sz="2600">
                <a:solidFill>
                  <a:srgbClr val="000000"/>
                </a:solidFill>
                <a:latin typeface="Agrandir"/>
                <a:ea typeface="Agrandir"/>
                <a:cs typeface="Agrandir"/>
                <a:sym typeface="Agrandir"/>
              </a:rPr>
              <a:t>2401020069</a:t>
            </a:r>
          </a:p>
        </p:txBody>
      </p:sp>
      <p:sp>
        <p:nvSpPr>
          <p:cNvPr name="TextBox 75" id="75"/>
          <p:cNvSpPr txBox="true"/>
          <p:nvPr/>
        </p:nvSpPr>
        <p:spPr>
          <a:xfrm rot="0">
            <a:off x="12841519" y="7436770"/>
            <a:ext cx="4266638" cy="514985"/>
          </a:xfrm>
          <a:prstGeom prst="rect">
            <a:avLst/>
          </a:prstGeom>
        </p:spPr>
        <p:txBody>
          <a:bodyPr anchor="t" rtlCol="false" tIns="0" lIns="0" bIns="0" rIns="0">
            <a:spAutoFit/>
          </a:bodyPr>
          <a:lstStyle/>
          <a:p>
            <a:pPr algn="l">
              <a:lnSpc>
                <a:spcPts val="3640"/>
              </a:lnSpc>
              <a:spcBef>
                <a:spcPct val="0"/>
              </a:spcBef>
            </a:pPr>
            <a:r>
              <a:rPr lang="en-US" sz="2600">
                <a:solidFill>
                  <a:srgbClr val="000000"/>
                </a:solidFill>
                <a:latin typeface="Agrandir"/>
                <a:ea typeface="Agrandir"/>
                <a:cs typeface="Agrandir"/>
                <a:sym typeface="Agrandir"/>
              </a:rPr>
              <a:t>2401020070</a:t>
            </a:r>
          </a:p>
        </p:txBody>
      </p:sp>
      <p:sp>
        <p:nvSpPr>
          <p:cNvPr name="TextBox 76" id="76"/>
          <p:cNvSpPr txBox="true"/>
          <p:nvPr/>
        </p:nvSpPr>
        <p:spPr>
          <a:xfrm rot="0">
            <a:off x="12841519" y="8555995"/>
            <a:ext cx="4266638" cy="514985"/>
          </a:xfrm>
          <a:prstGeom prst="rect">
            <a:avLst/>
          </a:prstGeom>
        </p:spPr>
        <p:txBody>
          <a:bodyPr anchor="t" rtlCol="false" tIns="0" lIns="0" bIns="0" rIns="0">
            <a:spAutoFit/>
          </a:bodyPr>
          <a:lstStyle/>
          <a:p>
            <a:pPr algn="l">
              <a:lnSpc>
                <a:spcPts val="3640"/>
              </a:lnSpc>
              <a:spcBef>
                <a:spcPct val="0"/>
              </a:spcBef>
            </a:pPr>
            <a:r>
              <a:rPr lang="en-US" sz="2600">
                <a:solidFill>
                  <a:srgbClr val="000000"/>
                </a:solidFill>
                <a:latin typeface="Agrandir"/>
                <a:ea typeface="Agrandir"/>
                <a:cs typeface="Agrandir"/>
                <a:sym typeface="Agrandir"/>
              </a:rPr>
              <a:t>2401020071</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607FE1"/>
        </a:solidFill>
      </p:bgPr>
    </p:bg>
    <p:spTree>
      <p:nvGrpSpPr>
        <p:cNvPr id="1" name=""/>
        <p:cNvGrpSpPr/>
        <p:nvPr/>
      </p:nvGrpSpPr>
      <p:grpSpPr>
        <a:xfrm>
          <a:off x="0" y="0"/>
          <a:ext cx="0" cy="0"/>
          <a:chOff x="0" y="0"/>
          <a:chExt cx="0" cy="0"/>
        </a:xfrm>
      </p:grpSpPr>
      <p:sp>
        <p:nvSpPr>
          <p:cNvPr name="Freeform 2" id="2"/>
          <p:cNvSpPr/>
          <p:nvPr/>
        </p:nvSpPr>
        <p:spPr>
          <a:xfrm flipH="false" flipV="false" rot="2500127">
            <a:off x="16676474" y="7745248"/>
            <a:ext cx="1167574" cy="4114800"/>
          </a:xfrm>
          <a:custGeom>
            <a:avLst/>
            <a:gdLst/>
            <a:ahLst/>
            <a:cxnLst/>
            <a:rect r="r" b="b" t="t" l="l"/>
            <a:pathLst>
              <a:path h="4114800" w="1167574">
                <a:moveTo>
                  <a:pt x="0" y="0"/>
                </a:moveTo>
                <a:lnTo>
                  <a:pt x="1167574" y="0"/>
                </a:lnTo>
                <a:lnTo>
                  <a:pt x="1167574" y="4114800"/>
                </a:lnTo>
                <a:lnTo>
                  <a:pt x="0" y="4114800"/>
                </a:lnTo>
                <a:lnTo>
                  <a:pt x="0" y="0"/>
                </a:lnTo>
                <a:close/>
              </a:path>
            </a:pathLst>
          </a:custGeom>
          <a:blipFill>
            <a:blip r:embed="rId2">
              <a:alphaModFix amt="34000"/>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10800000">
            <a:off x="-1460719" y="-1198086"/>
            <a:ext cx="7315200" cy="3557016"/>
          </a:xfrm>
          <a:custGeom>
            <a:avLst/>
            <a:gdLst/>
            <a:ahLst/>
            <a:cxnLst/>
            <a:rect r="r" b="b" t="t" l="l"/>
            <a:pathLst>
              <a:path h="3557016" w="7315200">
                <a:moveTo>
                  <a:pt x="0" y="0"/>
                </a:moveTo>
                <a:lnTo>
                  <a:pt x="7315200" y="0"/>
                </a:lnTo>
                <a:lnTo>
                  <a:pt x="7315200" y="3557016"/>
                </a:lnTo>
                <a:lnTo>
                  <a:pt x="0" y="3557016"/>
                </a:lnTo>
                <a:lnTo>
                  <a:pt x="0" y="0"/>
                </a:lnTo>
                <a:close/>
              </a:path>
            </a:pathLst>
          </a:custGeom>
          <a:blipFill>
            <a:blip r:embed="rId4">
              <a:alphaModFix amt="14000"/>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2081267">
            <a:off x="-2625324" y="5740047"/>
            <a:ext cx="3883342" cy="4114800"/>
          </a:xfrm>
          <a:custGeom>
            <a:avLst/>
            <a:gdLst/>
            <a:ahLst/>
            <a:cxnLst/>
            <a:rect r="r" b="b" t="t" l="l"/>
            <a:pathLst>
              <a:path h="4114800" w="3883342">
                <a:moveTo>
                  <a:pt x="0" y="0"/>
                </a:moveTo>
                <a:lnTo>
                  <a:pt x="3883343" y="0"/>
                </a:lnTo>
                <a:lnTo>
                  <a:pt x="3883343" y="4114800"/>
                </a:lnTo>
                <a:lnTo>
                  <a:pt x="0" y="4114800"/>
                </a:lnTo>
                <a:lnTo>
                  <a:pt x="0" y="0"/>
                </a:lnTo>
                <a:close/>
              </a:path>
            </a:pathLst>
          </a:custGeom>
          <a:blipFill>
            <a:blip r:embed="rId6">
              <a:alphaModFix amt="34000"/>
              <a:extLst>
                <a:ext uri="{96DAC541-7B7A-43D3-8B79-37D633B846F1}">
                  <asvg:svgBlip xmlns:asvg="http://schemas.microsoft.com/office/drawing/2016/SVG/main" r:embed="rId7"/>
                </a:ext>
              </a:extLst>
            </a:blip>
            <a:stretch>
              <a:fillRect l="0" t="0" r="0" b="0"/>
            </a:stretch>
          </a:blipFill>
        </p:spPr>
      </p:sp>
      <p:graphicFrame>
        <p:nvGraphicFramePr>
          <p:cNvPr name="Table 5" id="5"/>
          <p:cNvGraphicFramePr>
            <a:graphicFrameLocks noGrp="true"/>
          </p:cNvGraphicFramePr>
          <p:nvPr/>
        </p:nvGraphicFramePr>
        <p:xfrm>
          <a:off x="1002188" y="125186"/>
          <a:ext cx="16257112" cy="10036629"/>
        </p:xfrm>
        <a:graphic>
          <a:graphicData uri="http://schemas.openxmlformats.org/drawingml/2006/table">
            <a:tbl>
              <a:tblPr/>
              <a:tblGrid>
                <a:gridCol w="853004"/>
                <a:gridCol w="2567351"/>
                <a:gridCol w="2567351"/>
                <a:gridCol w="2567351"/>
                <a:gridCol w="2567351"/>
                <a:gridCol w="2567351"/>
                <a:gridCol w="2567351"/>
              </a:tblGrid>
              <a:tr h="734786">
                <a:tc>
                  <a:txBody>
                    <a:bodyPr anchor="t" rtlCol="false"/>
                    <a:lstStyle/>
                    <a:p>
                      <a:pPr algn="ctr">
                        <a:lnSpc>
                          <a:spcPts val="2800"/>
                        </a:lnSpc>
                        <a:defRPr/>
                      </a:pPr>
                      <a:r>
                        <a:rPr lang="en-US" b="true" sz="2000">
                          <a:solidFill>
                            <a:srgbClr val="000000"/>
                          </a:solidFill>
                          <a:latin typeface="Open Sans Bold"/>
                          <a:ea typeface="Open Sans Bold"/>
                          <a:cs typeface="Open Sans Bold"/>
                          <a:sym typeface="Open Sans Bold"/>
                        </a:rPr>
                        <a:t>No</a:t>
                      </a:r>
                      <a:endParaRPr lang="en-US" sz="1100"/>
                    </a:p>
                  </a:txBody>
                  <a:tcPr marL="76200" marR="76200" marT="76200" marB="76200" anchor="ctr">
                    <a:lnL cmpd="sng" algn="ctr" cap="flat" w="12668">
                      <a:solidFill>
                        <a:srgbClr val="BFBFBF"/>
                      </a:solidFill>
                      <a:prstDash val="solid"/>
                      <a:round/>
                      <a:headEnd type="none" w="med" len="med"/>
                      <a:tailEnd type="none" w="med" len="med"/>
                    </a:lnL>
                    <a:lnR cmpd="sng" algn="ctr" cap="flat" w="12668">
                      <a:solidFill>
                        <a:srgbClr val="BFBFBF"/>
                      </a:solidFill>
                      <a:prstDash val="solid"/>
                      <a:round/>
                      <a:headEnd type="none" w="med" len="med"/>
                      <a:tailEnd type="none" w="med" len="med"/>
                    </a:lnR>
                    <a:lnT cmpd="sng" algn="ctr" cap="flat" w="12668">
                      <a:solidFill>
                        <a:srgbClr val="BFBFBF"/>
                      </a:solidFill>
                      <a:prstDash val="solid"/>
                      <a:round/>
                      <a:headEnd type="none" w="med" len="med"/>
                      <a:tailEnd type="none" w="med" len="med"/>
                    </a:lnT>
                    <a:lnB cmpd="sng" algn="ctr" cap="flat" w="12668">
                      <a:solidFill>
                        <a:srgbClr val="BFBFBF"/>
                      </a:solidFill>
                      <a:prstDash val="solid"/>
                      <a:round/>
                      <a:headEnd type="none" w="med" len="med"/>
                      <a:tailEnd type="none" w="med" len="med"/>
                    </a:lnB>
                    <a:solidFill>
                      <a:srgbClr val="FFFFFF"/>
                    </a:solidFill>
                  </a:tcPr>
                </a:tc>
                <a:tc>
                  <a:txBody>
                    <a:bodyPr anchor="t" rtlCol="false"/>
                    <a:lstStyle/>
                    <a:p>
                      <a:pPr algn="ctr">
                        <a:lnSpc>
                          <a:spcPts val="2800"/>
                        </a:lnSpc>
                        <a:defRPr/>
                      </a:pPr>
                      <a:r>
                        <a:rPr lang="en-US" b="true" sz="2000">
                          <a:solidFill>
                            <a:srgbClr val="000000"/>
                          </a:solidFill>
                          <a:latin typeface="Open Sans Bold"/>
                          <a:ea typeface="Open Sans Bold"/>
                          <a:cs typeface="Open Sans Bold"/>
                          <a:sym typeface="Open Sans Bold"/>
                        </a:rPr>
                        <a:t>Perangkat</a:t>
                      </a:r>
                      <a:endParaRPr lang="en-US" sz="1100"/>
                    </a:p>
                  </a:txBody>
                  <a:tcPr marL="76200" marR="76200" marT="76200" marB="76200" anchor="ctr">
                    <a:lnL cmpd="sng" algn="ctr" cap="flat" w="12668">
                      <a:solidFill>
                        <a:srgbClr val="BFBFBF"/>
                      </a:solidFill>
                      <a:prstDash val="solid"/>
                      <a:round/>
                      <a:headEnd type="none" w="med" len="med"/>
                      <a:tailEnd type="none" w="med" len="med"/>
                    </a:lnL>
                    <a:lnR cmpd="sng" algn="ctr" cap="flat" w="12668">
                      <a:solidFill>
                        <a:srgbClr val="BFBFBF"/>
                      </a:solidFill>
                      <a:prstDash val="solid"/>
                      <a:round/>
                      <a:headEnd type="none" w="med" len="med"/>
                      <a:tailEnd type="none" w="med" len="med"/>
                    </a:lnR>
                    <a:lnT cmpd="sng" algn="ctr" cap="flat" w="12668">
                      <a:solidFill>
                        <a:srgbClr val="BFBFBF"/>
                      </a:solidFill>
                      <a:prstDash val="solid"/>
                      <a:round/>
                      <a:headEnd type="none" w="med" len="med"/>
                      <a:tailEnd type="none" w="med" len="med"/>
                    </a:lnT>
                    <a:lnB cmpd="sng" algn="ctr" cap="flat" w="12668">
                      <a:solidFill>
                        <a:srgbClr val="BFBFBF"/>
                      </a:solidFill>
                      <a:prstDash val="solid"/>
                      <a:round/>
                      <a:headEnd type="none" w="med" len="med"/>
                      <a:tailEnd type="none" w="med" len="med"/>
                    </a:lnB>
                    <a:solidFill>
                      <a:srgbClr val="FFFFFF"/>
                    </a:solidFill>
                  </a:tcPr>
                </a:tc>
                <a:tc>
                  <a:txBody>
                    <a:bodyPr anchor="t" rtlCol="false"/>
                    <a:lstStyle/>
                    <a:p>
                      <a:pPr algn="ctr">
                        <a:lnSpc>
                          <a:spcPts val="2800"/>
                        </a:lnSpc>
                        <a:defRPr/>
                      </a:pPr>
                      <a:r>
                        <a:rPr lang="en-US" b="true" sz="2000">
                          <a:solidFill>
                            <a:srgbClr val="000000"/>
                          </a:solidFill>
                          <a:latin typeface="Open Sans Bold"/>
                          <a:ea typeface="Open Sans Bold"/>
                          <a:cs typeface="Open Sans Bold"/>
                          <a:sym typeface="Open Sans Bold"/>
                        </a:rPr>
                        <a:t>Interface</a:t>
                      </a:r>
                      <a:endParaRPr lang="en-US" sz="1100"/>
                    </a:p>
                  </a:txBody>
                  <a:tcPr marL="76200" marR="76200" marT="76200" marB="76200" anchor="ctr">
                    <a:lnL cmpd="sng" algn="ctr" cap="flat" w="12668">
                      <a:solidFill>
                        <a:srgbClr val="BFBFBF"/>
                      </a:solidFill>
                      <a:prstDash val="solid"/>
                      <a:round/>
                      <a:headEnd type="none" w="med" len="med"/>
                      <a:tailEnd type="none" w="med" len="med"/>
                    </a:lnL>
                    <a:lnR cmpd="sng" algn="ctr" cap="flat" w="12668">
                      <a:solidFill>
                        <a:srgbClr val="BFBFBF"/>
                      </a:solidFill>
                      <a:prstDash val="solid"/>
                      <a:round/>
                      <a:headEnd type="none" w="med" len="med"/>
                      <a:tailEnd type="none" w="med" len="med"/>
                    </a:lnR>
                    <a:lnT cmpd="sng" algn="ctr" cap="flat" w="12668">
                      <a:solidFill>
                        <a:srgbClr val="BFBFBF"/>
                      </a:solidFill>
                      <a:prstDash val="solid"/>
                      <a:round/>
                      <a:headEnd type="none" w="med" len="med"/>
                      <a:tailEnd type="none" w="med" len="med"/>
                    </a:lnT>
                    <a:lnB cmpd="sng" algn="ctr" cap="flat" w="12668">
                      <a:solidFill>
                        <a:srgbClr val="BFBFBF"/>
                      </a:solidFill>
                      <a:prstDash val="solid"/>
                      <a:round/>
                      <a:headEnd type="none" w="med" len="med"/>
                      <a:tailEnd type="none" w="med" len="med"/>
                    </a:lnB>
                    <a:solidFill>
                      <a:srgbClr val="FFFFFF"/>
                    </a:solidFill>
                  </a:tcPr>
                </a:tc>
                <a:tc>
                  <a:txBody>
                    <a:bodyPr anchor="t" rtlCol="false"/>
                    <a:lstStyle/>
                    <a:p>
                      <a:pPr algn="ctr">
                        <a:lnSpc>
                          <a:spcPts val="2800"/>
                        </a:lnSpc>
                        <a:defRPr/>
                      </a:pPr>
                      <a:r>
                        <a:rPr lang="en-US" b="true" sz="2000">
                          <a:solidFill>
                            <a:srgbClr val="000000"/>
                          </a:solidFill>
                          <a:latin typeface="Open Sans Bold"/>
                          <a:ea typeface="Open Sans Bold"/>
                          <a:cs typeface="Open Sans Bold"/>
                          <a:sym typeface="Open Sans Bold"/>
                        </a:rPr>
                        <a:t>IP Address</a:t>
                      </a:r>
                      <a:endParaRPr lang="en-US" sz="1100"/>
                    </a:p>
                  </a:txBody>
                  <a:tcPr marL="76200" marR="76200" marT="76200" marB="76200" anchor="ctr">
                    <a:lnL cmpd="sng" algn="ctr" cap="flat" w="12668">
                      <a:solidFill>
                        <a:srgbClr val="BFBFBF"/>
                      </a:solidFill>
                      <a:prstDash val="solid"/>
                      <a:round/>
                      <a:headEnd type="none" w="med" len="med"/>
                      <a:tailEnd type="none" w="med" len="med"/>
                    </a:lnL>
                    <a:lnR cmpd="sng" algn="ctr" cap="flat" w="12668">
                      <a:solidFill>
                        <a:srgbClr val="BFBFBF"/>
                      </a:solidFill>
                      <a:prstDash val="solid"/>
                      <a:round/>
                      <a:headEnd type="none" w="med" len="med"/>
                      <a:tailEnd type="none" w="med" len="med"/>
                    </a:lnR>
                    <a:lnT cmpd="sng" algn="ctr" cap="flat" w="12668">
                      <a:solidFill>
                        <a:srgbClr val="BFBFBF"/>
                      </a:solidFill>
                      <a:prstDash val="solid"/>
                      <a:round/>
                      <a:headEnd type="none" w="med" len="med"/>
                      <a:tailEnd type="none" w="med" len="med"/>
                    </a:lnT>
                    <a:lnB cmpd="sng" algn="ctr" cap="flat" w="12668">
                      <a:solidFill>
                        <a:srgbClr val="BFBFBF"/>
                      </a:solidFill>
                      <a:prstDash val="solid"/>
                      <a:round/>
                      <a:headEnd type="none" w="med" len="med"/>
                      <a:tailEnd type="none" w="med" len="med"/>
                    </a:lnB>
                    <a:solidFill>
                      <a:srgbClr val="FFFFFF"/>
                    </a:solidFill>
                  </a:tcPr>
                </a:tc>
                <a:tc>
                  <a:txBody>
                    <a:bodyPr anchor="t" rtlCol="false"/>
                    <a:lstStyle/>
                    <a:p>
                      <a:pPr algn="ctr">
                        <a:lnSpc>
                          <a:spcPts val="2800"/>
                        </a:lnSpc>
                        <a:defRPr/>
                      </a:pPr>
                      <a:r>
                        <a:rPr lang="en-US" b="true" sz="2000">
                          <a:solidFill>
                            <a:srgbClr val="000000"/>
                          </a:solidFill>
                          <a:latin typeface="Open Sans Bold"/>
                          <a:ea typeface="Open Sans Bold"/>
                          <a:cs typeface="Open Sans Bold"/>
                          <a:sym typeface="Open Sans Bold"/>
                        </a:rPr>
                        <a:t>Prefix</a:t>
                      </a:r>
                      <a:endParaRPr lang="en-US" sz="1100"/>
                    </a:p>
                  </a:txBody>
                  <a:tcPr marL="76200" marR="76200" marT="76200" marB="76200" anchor="ctr">
                    <a:lnL cmpd="sng" algn="ctr" cap="flat" w="12668">
                      <a:solidFill>
                        <a:srgbClr val="BFBFBF"/>
                      </a:solidFill>
                      <a:prstDash val="solid"/>
                      <a:round/>
                      <a:headEnd type="none" w="med" len="med"/>
                      <a:tailEnd type="none" w="med" len="med"/>
                    </a:lnL>
                    <a:lnR cmpd="sng" algn="ctr" cap="flat" w="12668">
                      <a:solidFill>
                        <a:srgbClr val="BFBFBF"/>
                      </a:solidFill>
                      <a:prstDash val="solid"/>
                      <a:round/>
                      <a:headEnd type="none" w="med" len="med"/>
                      <a:tailEnd type="none" w="med" len="med"/>
                    </a:lnR>
                    <a:lnT cmpd="sng" algn="ctr" cap="flat" w="12668">
                      <a:solidFill>
                        <a:srgbClr val="BFBFBF"/>
                      </a:solidFill>
                      <a:prstDash val="solid"/>
                      <a:round/>
                      <a:headEnd type="none" w="med" len="med"/>
                      <a:tailEnd type="none" w="med" len="med"/>
                    </a:lnT>
                    <a:lnB cmpd="sng" algn="ctr" cap="flat" w="12668">
                      <a:solidFill>
                        <a:srgbClr val="BFBFBF"/>
                      </a:solidFill>
                      <a:prstDash val="solid"/>
                      <a:round/>
                      <a:headEnd type="none" w="med" len="med"/>
                      <a:tailEnd type="none" w="med" len="med"/>
                    </a:lnB>
                    <a:solidFill>
                      <a:srgbClr val="FFFFFF"/>
                    </a:solidFill>
                  </a:tcPr>
                </a:tc>
                <a:tc>
                  <a:txBody>
                    <a:bodyPr anchor="t" rtlCol="false"/>
                    <a:lstStyle/>
                    <a:p>
                      <a:pPr algn="ctr">
                        <a:lnSpc>
                          <a:spcPts val="2800"/>
                        </a:lnSpc>
                        <a:defRPr/>
                      </a:pPr>
                      <a:r>
                        <a:rPr lang="en-US" b="true" sz="2000">
                          <a:solidFill>
                            <a:srgbClr val="000000"/>
                          </a:solidFill>
                          <a:latin typeface="Open Sans Bold"/>
                          <a:ea typeface="Open Sans Bold"/>
                          <a:cs typeface="Open Sans Bold"/>
                          <a:sym typeface="Open Sans Bold"/>
                        </a:rPr>
                        <a:t>Gateway</a:t>
                      </a:r>
                      <a:endParaRPr lang="en-US" sz="1100"/>
                    </a:p>
                  </a:txBody>
                  <a:tcPr marL="76200" marR="76200" marT="76200" marB="76200" anchor="ctr">
                    <a:lnL cmpd="sng" algn="ctr" cap="flat" w="12668">
                      <a:solidFill>
                        <a:srgbClr val="BFBFBF"/>
                      </a:solidFill>
                      <a:prstDash val="solid"/>
                      <a:round/>
                      <a:headEnd type="none" w="med" len="med"/>
                      <a:tailEnd type="none" w="med" len="med"/>
                    </a:lnL>
                    <a:lnR cmpd="sng" algn="ctr" cap="flat" w="12668">
                      <a:solidFill>
                        <a:srgbClr val="BFBFBF"/>
                      </a:solidFill>
                      <a:prstDash val="solid"/>
                      <a:round/>
                      <a:headEnd type="none" w="med" len="med"/>
                      <a:tailEnd type="none" w="med" len="med"/>
                    </a:lnR>
                    <a:lnT cmpd="sng" algn="ctr" cap="flat" w="12668">
                      <a:solidFill>
                        <a:srgbClr val="BFBFBF"/>
                      </a:solidFill>
                      <a:prstDash val="solid"/>
                      <a:round/>
                      <a:headEnd type="none" w="med" len="med"/>
                      <a:tailEnd type="none" w="med" len="med"/>
                    </a:lnT>
                    <a:lnB cmpd="sng" algn="ctr" cap="flat" w="12668">
                      <a:solidFill>
                        <a:srgbClr val="BFBFBF"/>
                      </a:solidFill>
                      <a:prstDash val="solid"/>
                      <a:round/>
                      <a:headEnd type="none" w="med" len="med"/>
                      <a:tailEnd type="none" w="med" len="med"/>
                    </a:lnB>
                    <a:solidFill>
                      <a:srgbClr val="FFFFFF"/>
                    </a:solidFill>
                  </a:tcPr>
                </a:tc>
                <a:tc>
                  <a:txBody>
                    <a:bodyPr anchor="t" rtlCol="false"/>
                    <a:lstStyle/>
                    <a:p>
                      <a:pPr algn="ctr">
                        <a:lnSpc>
                          <a:spcPts val="2800"/>
                        </a:lnSpc>
                        <a:defRPr/>
                      </a:pPr>
                      <a:r>
                        <a:rPr lang="en-US" b="true" sz="2000">
                          <a:solidFill>
                            <a:srgbClr val="000000"/>
                          </a:solidFill>
                          <a:latin typeface="Open Sans Bold"/>
                          <a:ea typeface="Open Sans Bold"/>
                          <a:cs typeface="Open Sans Bold"/>
                          <a:sym typeface="Open Sans Bold"/>
                        </a:rPr>
                        <a:t>Keterangan</a:t>
                      </a:r>
                      <a:endParaRPr lang="en-US" sz="1100"/>
                    </a:p>
                  </a:txBody>
                  <a:tcPr marL="76200" marR="76200" marT="76200" marB="76200" anchor="ctr">
                    <a:lnL cmpd="sng" algn="ctr" cap="flat" w="12668">
                      <a:solidFill>
                        <a:srgbClr val="BFBFBF"/>
                      </a:solidFill>
                      <a:prstDash val="solid"/>
                      <a:round/>
                      <a:headEnd type="none" w="med" len="med"/>
                      <a:tailEnd type="none" w="med" len="med"/>
                    </a:lnL>
                    <a:lnR cmpd="sng" algn="ctr" cap="flat" w="12668">
                      <a:solidFill>
                        <a:srgbClr val="BFBFBF"/>
                      </a:solidFill>
                      <a:prstDash val="solid"/>
                      <a:round/>
                      <a:headEnd type="none" w="med" len="med"/>
                      <a:tailEnd type="none" w="med" len="med"/>
                    </a:lnR>
                    <a:lnT cmpd="sng" algn="ctr" cap="flat" w="12668">
                      <a:solidFill>
                        <a:srgbClr val="BFBFBF"/>
                      </a:solidFill>
                      <a:prstDash val="solid"/>
                      <a:round/>
                      <a:headEnd type="none" w="med" len="med"/>
                      <a:tailEnd type="none" w="med" len="med"/>
                    </a:lnT>
                    <a:lnB cmpd="sng" algn="ctr" cap="flat" w="12668">
                      <a:solidFill>
                        <a:srgbClr val="BFBFBF"/>
                      </a:solidFill>
                      <a:prstDash val="solid"/>
                      <a:round/>
                      <a:headEnd type="none" w="med" len="med"/>
                      <a:tailEnd type="none" w="med" len="med"/>
                    </a:lnB>
                    <a:solidFill>
                      <a:srgbClr val="FFFFFF"/>
                    </a:solidFill>
                  </a:tcPr>
                </a:tc>
              </a:tr>
              <a:tr h="1219200">
                <a:tc>
                  <a:txBody>
                    <a:bodyPr anchor="t" rtlCol="false"/>
                    <a:lstStyle/>
                    <a:p>
                      <a:pPr algn="ctr">
                        <a:lnSpc>
                          <a:spcPts val="2800"/>
                        </a:lnSpc>
                        <a:defRPr/>
                      </a:pPr>
                      <a:r>
                        <a:rPr lang="en-US" sz="2000">
                          <a:solidFill>
                            <a:srgbClr val="000000"/>
                          </a:solidFill>
                          <a:latin typeface="Open Sans"/>
                          <a:ea typeface="Open Sans"/>
                          <a:cs typeface="Open Sans"/>
                          <a:sym typeface="Open Sans"/>
                        </a:rPr>
                        <a:t>1</a:t>
                      </a:r>
                      <a:endParaRPr lang="en-US" sz="1100"/>
                    </a:p>
                  </a:txBody>
                  <a:tcPr marL="76200" marR="76200" marT="76200" marB="76200" anchor="ctr">
                    <a:lnL cmpd="sng" algn="ctr" cap="flat" w="12668">
                      <a:solidFill>
                        <a:srgbClr val="BFBFBF"/>
                      </a:solidFill>
                      <a:prstDash val="solid"/>
                      <a:round/>
                      <a:headEnd type="none" w="med" len="med"/>
                      <a:tailEnd type="none" w="med" len="med"/>
                    </a:lnL>
                    <a:lnR cmpd="sng" algn="ctr" cap="flat" w="12668">
                      <a:solidFill>
                        <a:srgbClr val="BFBFBF"/>
                      </a:solidFill>
                      <a:prstDash val="solid"/>
                      <a:round/>
                      <a:headEnd type="none" w="med" len="med"/>
                      <a:tailEnd type="none" w="med" len="med"/>
                    </a:lnR>
                    <a:lnT cmpd="sng" algn="ctr" cap="flat" w="12668">
                      <a:solidFill>
                        <a:srgbClr val="BFBFBF"/>
                      </a:solidFill>
                      <a:prstDash val="solid"/>
                      <a:round/>
                      <a:headEnd type="none" w="med" len="med"/>
                      <a:tailEnd type="none" w="med" len="med"/>
                    </a:lnT>
                    <a:lnB cmpd="sng" algn="ctr" cap="flat" w="12668">
                      <a:solidFill>
                        <a:srgbClr val="BFBFBF"/>
                      </a:solidFill>
                      <a:prstDash val="solid"/>
                      <a:round/>
                      <a:headEnd type="none" w="med" len="med"/>
                      <a:tailEnd type="none" w="med" len="med"/>
                    </a:lnB>
                    <a:solidFill>
                      <a:srgbClr val="FFFFFF"/>
                    </a:solidFill>
                  </a:tcPr>
                </a:tc>
                <a:tc>
                  <a:txBody>
                    <a:bodyPr anchor="t" rtlCol="false"/>
                    <a:lstStyle/>
                    <a:p>
                      <a:pPr algn="ctr">
                        <a:lnSpc>
                          <a:spcPts val="2800"/>
                        </a:lnSpc>
                        <a:defRPr/>
                      </a:pPr>
                      <a:r>
                        <a:rPr lang="en-US" sz="2000">
                          <a:solidFill>
                            <a:srgbClr val="000000"/>
                          </a:solidFill>
                          <a:latin typeface="Open Sans"/>
                          <a:ea typeface="Open Sans"/>
                          <a:cs typeface="Open Sans"/>
                          <a:sym typeface="Open Sans"/>
                        </a:rPr>
                        <a:t>Cloud (Internet)</a:t>
                      </a:r>
                      <a:endParaRPr lang="en-US" sz="1100"/>
                    </a:p>
                  </a:txBody>
                  <a:tcPr marL="76200" marR="76200" marT="76200" marB="76200" anchor="ctr">
                    <a:lnL cmpd="sng" algn="ctr" cap="flat" w="12668">
                      <a:solidFill>
                        <a:srgbClr val="BFBFBF"/>
                      </a:solidFill>
                      <a:prstDash val="solid"/>
                      <a:round/>
                      <a:headEnd type="none" w="med" len="med"/>
                      <a:tailEnd type="none" w="med" len="med"/>
                    </a:lnL>
                    <a:lnR cmpd="sng" algn="ctr" cap="flat" w="12668">
                      <a:solidFill>
                        <a:srgbClr val="BFBFBF"/>
                      </a:solidFill>
                      <a:prstDash val="solid"/>
                      <a:round/>
                      <a:headEnd type="none" w="med" len="med"/>
                      <a:tailEnd type="none" w="med" len="med"/>
                    </a:lnR>
                    <a:lnT cmpd="sng" algn="ctr" cap="flat" w="12668">
                      <a:solidFill>
                        <a:srgbClr val="BFBFBF"/>
                      </a:solidFill>
                      <a:prstDash val="solid"/>
                      <a:round/>
                      <a:headEnd type="none" w="med" len="med"/>
                      <a:tailEnd type="none" w="med" len="med"/>
                    </a:lnT>
                    <a:lnB cmpd="sng" algn="ctr" cap="flat" w="12668">
                      <a:solidFill>
                        <a:srgbClr val="BFBFBF"/>
                      </a:solidFill>
                      <a:prstDash val="solid"/>
                      <a:round/>
                      <a:headEnd type="none" w="med" len="med"/>
                      <a:tailEnd type="none" w="med" len="med"/>
                    </a:lnB>
                    <a:solidFill>
                      <a:srgbClr val="FFFFFF"/>
                    </a:solidFill>
                  </a:tcPr>
                </a:tc>
                <a:tc>
                  <a:txBody>
                    <a:bodyPr anchor="t" rtlCol="false"/>
                    <a:lstStyle/>
                    <a:p>
                      <a:pPr algn="ctr">
                        <a:lnSpc>
                          <a:spcPts val="2800"/>
                        </a:lnSpc>
                        <a:defRPr/>
                      </a:pPr>
                      <a:r>
                        <a:rPr lang="en-US" sz="2000">
                          <a:solidFill>
                            <a:srgbClr val="000000"/>
                          </a:solidFill>
                          <a:latin typeface="Open Sans"/>
                          <a:ea typeface="Open Sans"/>
                          <a:cs typeface="Open Sans"/>
                          <a:sym typeface="Open Sans"/>
                        </a:rPr>
                        <a:t>virbr0 ↔ ether1</a:t>
                      </a:r>
                      <a:endParaRPr lang="en-US" sz="1100"/>
                    </a:p>
                  </a:txBody>
                  <a:tcPr marL="76200" marR="76200" marT="76200" marB="76200" anchor="ctr">
                    <a:lnL cmpd="sng" algn="ctr" cap="flat" w="12668">
                      <a:solidFill>
                        <a:srgbClr val="BFBFBF"/>
                      </a:solidFill>
                      <a:prstDash val="solid"/>
                      <a:round/>
                      <a:headEnd type="none" w="med" len="med"/>
                      <a:tailEnd type="none" w="med" len="med"/>
                    </a:lnL>
                    <a:lnR cmpd="sng" algn="ctr" cap="flat" w="12668">
                      <a:solidFill>
                        <a:srgbClr val="BFBFBF"/>
                      </a:solidFill>
                      <a:prstDash val="solid"/>
                      <a:round/>
                      <a:headEnd type="none" w="med" len="med"/>
                      <a:tailEnd type="none" w="med" len="med"/>
                    </a:lnR>
                    <a:lnT cmpd="sng" algn="ctr" cap="flat" w="12668">
                      <a:solidFill>
                        <a:srgbClr val="BFBFBF"/>
                      </a:solidFill>
                      <a:prstDash val="solid"/>
                      <a:round/>
                      <a:headEnd type="none" w="med" len="med"/>
                      <a:tailEnd type="none" w="med" len="med"/>
                    </a:lnT>
                    <a:lnB cmpd="sng" algn="ctr" cap="flat" w="12668">
                      <a:solidFill>
                        <a:srgbClr val="BFBFBF"/>
                      </a:solidFill>
                      <a:prstDash val="solid"/>
                      <a:round/>
                      <a:headEnd type="none" w="med" len="med"/>
                      <a:tailEnd type="none" w="med" len="med"/>
                    </a:lnB>
                    <a:solidFill>
                      <a:srgbClr val="FFFFFF"/>
                    </a:solidFill>
                  </a:tcPr>
                </a:tc>
                <a:tc>
                  <a:txBody>
                    <a:bodyPr anchor="t" rtlCol="false"/>
                    <a:lstStyle/>
                    <a:p>
                      <a:pPr algn="ctr">
                        <a:lnSpc>
                          <a:spcPts val="2800"/>
                        </a:lnSpc>
                        <a:defRPr/>
                      </a:pPr>
                      <a:r>
                        <a:rPr lang="en-US" sz="2000">
                          <a:solidFill>
                            <a:srgbClr val="000000"/>
                          </a:solidFill>
                          <a:latin typeface="Open Sans"/>
                          <a:ea typeface="Open Sans"/>
                          <a:cs typeface="Open Sans"/>
                          <a:sym typeface="Open Sans"/>
                        </a:rPr>
                        <a:t>DHCP otomatis</a:t>
                      </a:r>
                      <a:endParaRPr lang="en-US" sz="1100"/>
                    </a:p>
                  </a:txBody>
                  <a:tcPr marL="76200" marR="76200" marT="76200" marB="76200" anchor="ctr">
                    <a:lnL cmpd="sng" algn="ctr" cap="flat" w="12668">
                      <a:solidFill>
                        <a:srgbClr val="BFBFBF"/>
                      </a:solidFill>
                      <a:prstDash val="solid"/>
                      <a:round/>
                      <a:headEnd type="none" w="med" len="med"/>
                      <a:tailEnd type="none" w="med" len="med"/>
                    </a:lnL>
                    <a:lnR cmpd="sng" algn="ctr" cap="flat" w="12668">
                      <a:solidFill>
                        <a:srgbClr val="BFBFBF"/>
                      </a:solidFill>
                      <a:prstDash val="solid"/>
                      <a:round/>
                      <a:headEnd type="none" w="med" len="med"/>
                      <a:tailEnd type="none" w="med" len="med"/>
                    </a:lnR>
                    <a:lnT cmpd="sng" algn="ctr" cap="flat" w="12668">
                      <a:solidFill>
                        <a:srgbClr val="BFBFBF"/>
                      </a:solidFill>
                      <a:prstDash val="solid"/>
                      <a:round/>
                      <a:headEnd type="none" w="med" len="med"/>
                      <a:tailEnd type="none" w="med" len="med"/>
                    </a:lnT>
                    <a:lnB cmpd="sng" algn="ctr" cap="flat" w="12668">
                      <a:solidFill>
                        <a:srgbClr val="BFBFBF"/>
                      </a:solidFill>
                      <a:prstDash val="solid"/>
                      <a:round/>
                      <a:headEnd type="none" w="med" len="med"/>
                      <a:tailEnd type="none" w="med" len="med"/>
                    </a:lnB>
                    <a:solidFill>
                      <a:srgbClr val="FFFFFF"/>
                    </a:solidFill>
                  </a:tcPr>
                </a:tc>
                <a:tc>
                  <a:txBody>
                    <a:bodyPr anchor="t" rtlCol="false"/>
                    <a:lstStyle/>
                    <a:p>
                      <a:pPr algn="ctr">
                        <a:lnSpc>
                          <a:spcPts val="2800"/>
                        </a:lnSpc>
                        <a:defRPr/>
                      </a:pPr>
                      <a:r>
                        <a:rPr lang="en-US" sz="2000">
                          <a:solidFill>
                            <a:srgbClr val="000000"/>
                          </a:solidFill>
                          <a:latin typeface="Open Sans"/>
                          <a:ea typeface="Open Sans"/>
                          <a:cs typeface="Open Sans"/>
                          <a:sym typeface="Open Sans"/>
                        </a:rPr>
                        <a:t>-</a:t>
                      </a:r>
                      <a:endParaRPr lang="en-US" sz="1100"/>
                    </a:p>
                  </a:txBody>
                  <a:tcPr marL="76200" marR="76200" marT="76200" marB="76200" anchor="ctr">
                    <a:lnL cmpd="sng" algn="ctr" cap="flat" w="12668">
                      <a:solidFill>
                        <a:srgbClr val="BFBFBF"/>
                      </a:solidFill>
                      <a:prstDash val="solid"/>
                      <a:round/>
                      <a:headEnd type="none" w="med" len="med"/>
                      <a:tailEnd type="none" w="med" len="med"/>
                    </a:lnL>
                    <a:lnR cmpd="sng" algn="ctr" cap="flat" w="12668">
                      <a:solidFill>
                        <a:srgbClr val="BFBFBF"/>
                      </a:solidFill>
                      <a:prstDash val="solid"/>
                      <a:round/>
                      <a:headEnd type="none" w="med" len="med"/>
                      <a:tailEnd type="none" w="med" len="med"/>
                    </a:lnR>
                    <a:lnT cmpd="sng" algn="ctr" cap="flat" w="12668">
                      <a:solidFill>
                        <a:srgbClr val="BFBFBF"/>
                      </a:solidFill>
                      <a:prstDash val="solid"/>
                      <a:round/>
                      <a:headEnd type="none" w="med" len="med"/>
                      <a:tailEnd type="none" w="med" len="med"/>
                    </a:lnT>
                    <a:lnB cmpd="sng" algn="ctr" cap="flat" w="12668">
                      <a:solidFill>
                        <a:srgbClr val="BFBFBF"/>
                      </a:solidFill>
                      <a:prstDash val="solid"/>
                      <a:round/>
                      <a:headEnd type="none" w="med" len="med"/>
                      <a:tailEnd type="none" w="med" len="med"/>
                    </a:lnB>
                    <a:solidFill>
                      <a:srgbClr val="FFFFFF"/>
                    </a:solidFill>
                  </a:tcPr>
                </a:tc>
                <a:tc>
                  <a:txBody>
                    <a:bodyPr anchor="t" rtlCol="false"/>
                    <a:lstStyle/>
                    <a:p>
                      <a:pPr algn="ctr">
                        <a:lnSpc>
                          <a:spcPts val="2800"/>
                        </a:lnSpc>
                        <a:defRPr/>
                      </a:pPr>
                      <a:r>
                        <a:rPr lang="en-US" sz="2000">
                          <a:solidFill>
                            <a:srgbClr val="000000"/>
                          </a:solidFill>
                          <a:latin typeface="Open Sans"/>
                          <a:ea typeface="Open Sans"/>
                          <a:cs typeface="Open Sans"/>
                          <a:sym typeface="Open Sans"/>
                        </a:rPr>
                        <a:t>-</a:t>
                      </a:r>
                      <a:endParaRPr lang="en-US" sz="1100"/>
                    </a:p>
                  </a:txBody>
                  <a:tcPr marL="76200" marR="76200" marT="76200" marB="76200" anchor="ctr">
                    <a:lnL cmpd="sng" algn="ctr" cap="flat" w="12668">
                      <a:solidFill>
                        <a:srgbClr val="BFBFBF"/>
                      </a:solidFill>
                      <a:prstDash val="solid"/>
                      <a:round/>
                      <a:headEnd type="none" w="med" len="med"/>
                      <a:tailEnd type="none" w="med" len="med"/>
                    </a:lnL>
                    <a:lnR cmpd="sng" algn="ctr" cap="flat" w="12668">
                      <a:solidFill>
                        <a:srgbClr val="BFBFBF"/>
                      </a:solidFill>
                      <a:prstDash val="solid"/>
                      <a:round/>
                      <a:headEnd type="none" w="med" len="med"/>
                      <a:tailEnd type="none" w="med" len="med"/>
                    </a:lnR>
                    <a:lnT cmpd="sng" algn="ctr" cap="flat" w="12668">
                      <a:solidFill>
                        <a:srgbClr val="BFBFBF"/>
                      </a:solidFill>
                      <a:prstDash val="solid"/>
                      <a:round/>
                      <a:headEnd type="none" w="med" len="med"/>
                      <a:tailEnd type="none" w="med" len="med"/>
                    </a:lnT>
                    <a:lnB cmpd="sng" algn="ctr" cap="flat" w="12668">
                      <a:solidFill>
                        <a:srgbClr val="BFBFBF"/>
                      </a:solidFill>
                      <a:prstDash val="solid"/>
                      <a:round/>
                      <a:headEnd type="none" w="med" len="med"/>
                      <a:tailEnd type="none" w="med" len="med"/>
                    </a:lnB>
                    <a:solidFill>
                      <a:srgbClr val="FFFFFF"/>
                    </a:solidFill>
                  </a:tcPr>
                </a:tc>
                <a:tc>
                  <a:txBody>
                    <a:bodyPr anchor="t" rtlCol="false"/>
                    <a:lstStyle/>
                    <a:p>
                      <a:pPr algn="ctr">
                        <a:lnSpc>
                          <a:spcPts val="2800"/>
                        </a:lnSpc>
                        <a:defRPr/>
                      </a:pPr>
                      <a:r>
                        <a:rPr lang="en-US" sz="2000">
                          <a:solidFill>
                            <a:srgbClr val="000000"/>
                          </a:solidFill>
                          <a:latin typeface="Open Sans"/>
                          <a:ea typeface="Open Sans"/>
                          <a:cs typeface="Open Sans"/>
                          <a:sym typeface="Open Sans"/>
                        </a:rPr>
                        <a:t>Jembatan ke internet nyata via host Linux Mint</a:t>
                      </a:r>
                      <a:endParaRPr lang="en-US" sz="1100"/>
                    </a:p>
                  </a:txBody>
                  <a:tcPr marL="76200" marR="76200" marT="76200" marB="76200" anchor="ctr">
                    <a:lnL cmpd="sng" algn="ctr" cap="flat" w="12668">
                      <a:solidFill>
                        <a:srgbClr val="BFBFBF"/>
                      </a:solidFill>
                      <a:prstDash val="solid"/>
                      <a:round/>
                      <a:headEnd type="none" w="med" len="med"/>
                      <a:tailEnd type="none" w="med" len="med"/>
                    </a:lnL>
                    <a:lnR cmpd="sng" algn="ctr" cap="flat" w="12668">
                      <a:solidFill>
                        <a:srgbClr val="BFBFBF"/>
                      </a:solidFill>
                      <a:prstDash val="solid"/>
                      <a:round/>
                      <a:headEnd type="none" w="med" len="med"/>
                      <a:tailEnd type="none" w="med" len="med"/>
                    </a:lnR>
                    <a:lnT cmpd="sng" algn="ctr" cap="flat" w="12668">
                      <a:solidFill>
                        <a:srgbClr val="BFBFBF"/>
                      </a:solidFill>
                      <a:prstDash val="solid"/>
                      <a:round/>
                      <a:headEnd type="none" w="med" len="med"/>
                      <a:tailEnd type="none" w="med" len="med"/>
                    </a:lnT>
                    <a:lnB cmpd="sng" algn="ctr" cap="flat" w="12668">
                      <a:solidFill>
                        <a:srgbClr val="BFBFBF"/>
                      </a:solidFill>
                      <a:prstDash val="solid"/>
                      <a:round/>
                      <a:headEnd type="none" w="med" len="med"/>
                      <a:tailEnd type="none" w="med" len="med"/>
                    </a:lnB>
                    <a:solidFill>
                      <a:srgbClr val="FFFFFF"/>
                    </a:solidFill>
                  </a:tcPr>
                </a:tc>
              </a:tr>
              <a:tr h="734786">
                <a:tc>
                  <a:txBody>
                    <a:bodyPr anchor="t" rtlCol="false"/>
                    <a:lstStyle/>
                    <a:p>
                      <a:pPr algn="ctr">
                        <a:lnSpc>
                          <a:spcPts val="2800"/>
                        </a:lnSpc>
                        <a:defRPr/>
                      </a:pPr>
                      <a:r>
                        <a:rPr lang="en-US" sz="2000">
                          <a:solidFill>
                            <a:srgbClr val="000000"/>
                          </a:solidFill>
                          <a:latin typeface="Open Sans"/>
                          <a:ea typeface="Open Sans"/>
                          <a:cs typeface="Open Sans"/>
                          <a:sym typeface="Open Sans"/>
                        </a:rPr>
                        <a:t>2</a:t>
                      </a:r>
                      <a:endParaRPr lang="en-US" sz="1100"/>
                    </a:p>
                  </a:txBody>
                  <a:tcPr marL="76200" marR="76200" marT="76200" marB="76200" anchor="ctr">
                    <a:lnL cmpd="sng" algn="ctr" cap="flat" w="12668">
                      <a:solidFill>
                        <a:srgbClr val="BFBFBF"/>
                      </a:solidFill>
                      <a:prstDash val="solid"/>
                      <a:round/>
                      <a:headEnd type="none" w="med" len="med"/>
                      <a:tailEnd type="none" w="med" len="med"/>
                    </a:lnL>
                    <a:lnR cmpd="sng" algn="ctr" cap="flat" w="12668">
                      <a:solidFill>
                        <a:srgbClr val="BFBFBF"/>
                      </a:solidFill>
                      <a:prstDash val="solid"/>
                      <a:round/>
                      <a:headEnd type="none" w="med" len="med"/>
                      <a:tailEnd type="none" w="med" len="med"/>
                    </a:lnR>
                    <a:lnT cmpd="sng" algn="ctr" cap="flat" w="12668">
                      <a:solidFill>
                        <a:srgbClr val="BFBFBF"/>
                      </a:solidFill>
                      <a:prstDash val="solid"/>
                      <a:round/>
                      <a:headEnd type="none" w="med" len="med"/>
                      <a:tailEnd type="none" w="med" len="med"/>
                    </a:lnT>
                    <a:lnB cmpd="sng" algn="ctr" cap="flat" w="12668">
                      <a:solidFill>
                        <a:srgbClr val="BFBFBF"/>
                      </a:solidFill>
                      <a:prstDash val="solid"/>
                      <a:round/>
                      <a:headEnd type="none" w="med" len="med"/>
                      <a:tailEnd type="none" w="med" len="med"/>
                    </a:lnB>
                    <a:solidFill>
                      <a:srgbClr val="FFFFFF"/>
                    </a:solidFill>
                  </a:tcPr>
                </a:tc>
                <a:tc>
                  <a:txBody>
                    <a:bodyPr anchor="t" rtlCol="false"/>
                    <a:lstStyle/>
                    <a:p>
                      <a:pPr algn="ctr">
                        <a:lnSpc>
                          <a:spcPts val="2800"/>
                        </a:lnSpc>
                        <a:defRPr/>
                      </a:pPr>
                      <a:r>
                        <a:rPr lang="en-US" sz="2000">
                          <a:solidFill>
                            <a:srgbClr val="000000"/>
                          </a:solidFill>
                          <a:latin typeface="Open Sans"/>
                          <a:ea typeface="Open Sans"/>
                          <a:cs typeface="Open Sans"/>
                          <a:sym typeface="Open Sans"/>
                        </a:rPr>
                        <a:t>Router ISP</a:t>
                      </a:r>
                      <a:endParaRPr lang="en-US" sz="1100"/>
                    </a:p>
                  </a:txBody>
                  <a:tcPr marL="76200" marR="76200" marT="76200" marB="76200" anchor="ctr">
                    <a:lnL cmpd="sng" algn="ctr" cap="flat" w="12668">
                      <a:solidFill>
                        <a:srgbClr val="BFBFBF"/>
                      </a:solidFill>
                      <a:prstDash val="solid"/>
                      <a:round/>
                      <a:headEnd type="none" w="med" len="med"/>
                      <a:tailEnd type="none" w="med" len="med"/>
                    </a:lnL>
                    <a:lnR cmpd="sng" algn="ctr" cap="flat" w="12668">
                      <a:solidFill>
                        <a:srgbClr val="BFBFBF"/>
                      </a:solidFill>
                      <a:prstDash val="solid"/>
                      <a:round/>
                      <a:headEnd type="none" w="med" len="med"/>
                      <a:tailEnd type="none" w="med" len="med"/>
                    </a:lnR>
                    <a:lnT cmpd="sng" algn="ctr" cap="flat" w="12668">
                      <a:solidFill>
                        <a:srgbClr val="BFBFBF"/>
                      </a:solidFill>
                      <a:prstDash val="solid"/>
                      <a:round/>
                      <a:headEnd type="none" w="med" len="med"/>
                      <a:tailEnd type="none" w="med" len="med"/>
                    </a:lnT>
                    <a:lnB cmpd="sng" algn="ctr" cap="flat" w="12668">
                      <a:solidFill>
                        <a:srgbClr val="BFBFBF"/>
                      </a:solidFill>
                      <a:prstDash val="solid"/>
                      <a:round/>
                      <a:headEnd type="none" w="med" len="med"/>
                      <a:tailEnd type="none" w="med" len="med"/>
                    </a:lnB>
                    <a:solidFill>
                      <a:srgbClr val="FFFFFF"/>
                    </a:solidFill>
                  </a:tcPr>
                </a:tc>
                <a:tc>
                  <a:txBody>
                    <a:bodyPr anchor="t" rtlCol="false"/>
                    <a:lstStyle/>
                    <a:p>
                      <a:pPr algn="ctr">
                        <a:lnSpc>
                          <a:spcPts val="2800"/>
                        </a:lnSpc>
                        <a:defRPr/>
                      </a:pPr>
                      <a:r>
                        <a:rPr lang="en-US" sz="2000">
                          <a:solidFill>
                            <a:srgbClr val="000000"/>
                          </a:solidFill>
                          <a:latin typeface="Open Sans"/>
                          <a:ea typeface="Open Sans"/>
                          <a:cs typeface="Open Sans"/>
                          <a:sym typeface="Open Sans"/>
                        </a:rPr>
                        <a:t>ether1</a:t>
                      </a:r>
                      <a:endParaRPr lang="en-US" sz="1100"/>
                    </a:p>
                  </a:txBody>
                  <a:tcPr marL="76200" marR="76200" marT="76200" marB="76200" anchor="ctr">
                    <a:lnL cmpd="sng" algn="ctr" cap="flat" w="12668">
                      <a:solidFill>
                        <a:srgbClr val="BFBFBF"/>
                      </a:solidFill>
                      <a:prstDash val="solid"/>
                      <a:round/>
                      <a:headEnd type="none" w="med" len="med"/>
                      <a:tailEnd type="none" w="med" len="med"/>
                    </a:lnL>
                    <a:lnR cmpd="sng" algn="ctr" cap="flat" w="12668">
                      <a:solidFill>
                        <a:srgbClr val="BFBFBF"/>
                      </a:solidFill>
                      <a:prstDash val="solid"/>
                      <a:round/>
                      <a:headEnd type="none" w="med" len="med"/>
                      <a:tailEnd type="none" w="med" len="med"/>
                    </a:lnR>
                    <a:lnT cmpd="sng" algn="ctr" cap="flat" w="12668">
                      <a:solidFill>
                        <a:srgbClr val="BFBFBF"/>
                      </a:solidFill>
                      <a:prstDash val="solid"/>
                      <a:round/>
                      <a:headEnd type="none" w="med" len="med"/>
                      <a:tailEnd type="none" w="med" len="med"/>
                    </a:lnT>
                    <a:lnB cmpd="sng" algn="ctr" cap="flat" w="12668">
                      <a:solidFill>
                        <a:srgbClr val="BFBFBF"/>
                      </a:solidFill>
                      <a:prstDash val="solid"/>
                      <a:round/>
                      <a:headEnd type="none" w="med" len="med"/>
                      <a:tailEnd type="none" w="med" len="med"/>
                    </a:lnB>
                    <a:solidFill>
                      <a:srgbClr val="FFFFFF"/>
                    </a:solidFill>
                  </a:tcPr>
                </a:tc>
                <a:tc>
                  <a:txBody>
                    <a:bodyPr anchor="t" rtlCol="false"/>
                    <a:lstStyle/>
                    <a:p>
                      <a:pPr algn="ctr">
                        <a:lnSpc>
                          <a:spcPts val="2800"/>
                        </a:lnSpc>
                        <a:defRPr/>
                      </a:pPr>
                      <a:r>
                        <a:rPr lang="en-US" sz="2000">
                          <a:solidFill>
                            <a:srgbClr val="000000"/>
                          </a:solidFill>
                          <a:latin typeface="Open Sans"/>
                          <a:ea typeface="Open Sans"/>
                          <a:cs typeface="Open Sans"/>
                          <a:sym typeface="Open Sans"/>
                        </a:rPr>
                        <a:t>192.168.42.119 (contoh)</a:t>
                      </a:r>
                      <a:endParaRPr lang="en-US" sz="1100"/>
                    </a:p>
                  </a:txBody>
                  <a:tcPr marL="76200" marR="76200" marT="76200" marB="76200" anchor="ctr">
                    <a:lnL cmpd="sng" algn="ctr" cap="flat" w="12668">
                      <a:solidFill>
                        <a:srgbClr val="BFBFBF"/>
                      </a:solidFill>
                      <a:prstDash val="solid"/>
                      <a:round/>
                      <a:headEnd type="none" w="med" len="med"/>
                      <a:tailEnd type="none" w="med" len="med"/>
                    </a:lnL>
                    <a:lnR cmpd="sng" algn="ctr" cap="flat" w="12668">
                      <a:solidFill>
                        <a:srgbClr val="BFBFBF"/>
                      </a:solidFill>
                      <a:prstDash val="solid"/>
                      <a:round/>
                      <a:headEnd type="none" w="med" len="med"/>
                      <a:tailEnd type="none" w="med" len="med"/>
                    </a:lnR>
                    <a:lnT cmpd="sng" algn="ctr" cap="flat" w="12668">
                      <a:solidFill>
                        <a:srgbClr val="BFBFBF"/>
                      </a:solidFill>
                      <a:prstDash val="solid"/>
                      <a:round/>
                      <a:headEnd type="none" w="med" len="med"/>
                      <a:tailEnd type="none" w="med" len="med"/>
                    </a:lnT>
                    <a:lnB cmpd="sng" algn="ctr" cap="flat" w="12668">
                      <a:solidFill>
                        <a:srgbClr val="BFBFBF"/>
                      </a:solidFill>
                      <a:prstDash val="solid"/>
                      <a:round/>
                      <a:headEnd type="none" w="med" len="med"/>
                      <a:tailEnd type="none" w="med" len="med"/>
                    </a:lnB>
                    <a:solidFill>
                      <a:srgbClr val="FFFFFF"/>
                    </a:solidFill>
                  </a:tcPr>
                </a:tc>
                <a:tc>
                  <a:txBody>
                    <a:bodyPr anchor="t" rtlCol="false"/>
                    <a:lstStyle/>
                    <a:p>
                      <a:pPr algn="ctr">
                        <a:lnSpc>
                          <a:spcPts val="2800"/>
                        </a:lnSpc>
                        <a:defRPr/>
                      </a:pPr>
                      <a:r>
                        <a:rPr lang="en-US" sz="2000">
                          <a:solidFill>
                            <a:srgbClr val="000000"/>
                          </a:solidFill>
                          <a:latin typeface="Open Sans"/>
                          <a:ea typeface="Open Sans"/>
                          <a:cs typeface="Open Sans"/>
                          <a:sym typeface="Open Sans"/>
                        </a:rPr>
                        <a:t>/24</a:t>
                      </a:r>
                      <a:endParaRPr lang="en-US" sz="1100"/>
                    </a:p>
                  </a:txBody>
                  <a:tcPr marL="76200" marR="76200" marT="76200" marB="76200" anchor="ctr">
                    <a:lnL cmpd="sng" algn="ctr" cap="flat" w="12668">
                      <a:solidFill>
                        <a:srgbClr val="BFBFBF"/>
                      </a:solidFill>
                      <a:prstDash val="solid"/>
                      <a:round/>
                      <a:headEnd type="none" w="med" len="med"/>
                      <a:tailEnd type="none" w="med" len="med"/>
                    </a:lnL>
                    <a:lnR cmpd="sng" algn="ctr" cap="flat" w="12668">
                      <a:solidFill>
                        <a:srgbClr val="BFBFBF"/>
                      </a:solidFill>
                      <a:prstDash val="solid"/>
                      <a:round/>
                      <a:headEnd type="none" w="med" len="med"/>
                      <a:tailEnd type="none" w="med" len="med"/>
                    </a:lnR>
                    <a:lnT cmpd="sng" algn="ctr" cap="flat" w="12668">
                      <a:solidFill>
                        <a:srgbClr val="BFBFBF"/>
                      </a:solidFill>
                      <a:prstDash val="solid"/>
                      <a:round/>
                      <a:headEnd type="none" w="med" len="med"/>
                      <a:tailEnd type="none" w="med" len="med"/>
                    </a:lnT>
                    <a:lnB cmpd="sng" algn="ctr" cap="flat" w="12668">
                      <a:solidFill>
                        <a:srgbClr val="BFBFBF"/>
                      </a:solidFill>
                      <a:prstDash val="solid"/>
                      <a:round/>
                      <a:headEnd type="none" w="med" len="med"/>
                      <a:tailEnd type="none" w="med" len="med"/>
                    </a:lnB>
                    <a:solidFill>
                      <a:srgbClr val="FFFFFF"/>
                    </a:solidFill>
                  </a:tcPr>
                </a:tc>
                <a:tc>
                  <a:txBody>
                    <a:bodyPr anchor="t" rtlCol="false"/>
                    <a:lstStyle/>
                    <a:p>
                      <a:pPr algn="ctr">
                        <a:lnSpc>
                          <a:spcPts val="2800"/>
                        </a:lnSpc>
                        <a:defRPr/>
                      </a:pPr>
                      <a:r>
                        <a:rPr lang="en-US" sz="2000">
                          <a:solidFill>
                            <a:srgbClr val="000000"/>
                          </a:solidFill>
                          <a:latin typeface="Open Sans"/>
                          <a:ea typeface="Open Sans"/>
                          <a:cs typeface="Open Sans"/>
                          <a:sym typeface="Open Sans"/>
                        </a:rPr>
                        <a:t>-</a:t>
                      </a:r>
                      <a:endParaRPr lang="en-US" sz="1100"/>
                    </a:p>
                  </a:txBody>
                  <a:tcPr marL="76200" marR="76200" marT="76200" marB="76200" anchor="ctr">
                    <a:lnL cmpd="sng" algn="ctr" cap="flat" w="12668">
                      <a:solidFill>
                        <a:srgbClr val="BFBFBF"/>
                      </a:solidFill>
                      <a:prstDash val="solid"/>
                      <a:round/>
                      <a:headEnd type="none" w="med" len="med"/>
                      <a:tailEnd type="none" w="med" len="med"/>
                    </a:lnL>
                    <a:lnR cmpd="sng" algn="ctr" cap="flat" w="12668">
                      <a:solidFill>
                        <a:srgbClr val="BFBFBF"/>
                      </a:solidFill>
                      <a:prstDash val="solid"/>
                      <a:round/>
                      <a:headEnd type="none" w="med" len="med"/>
                      <a:tailEnd type="none" w="med" len="med"/>
                    </a:lnR>
                    <a:lnT cmpd="sng" algn="ctr" cap="flat" w="12668">
                      <a:solidFill>
                        <a:srgbClr val="BFBFBF"/>
                      </a:solidFill>
                      <a:prstDash val="solid"/>
                      <a:round/>
                      <a:headEnd type="none" w="med" len="med"/>
                      <a:tailEnd type="none" w="med" len="med"/>
                    </a:lnT>
                    <a:lnB cmpd="sng" algn="ctr" cap="flat" w="12668">
                      <a:solidFill>
                        <a:srgbClr val="BFBFBF"/>
                      </a:solidFill>
                      <a:prstDash val="solid"/>
                      <a:round/>
                      <a:headEnd type="none" w="med" len="med"/>
                      <a:tailEnd type="none" w="med" len="med"/>
                    </a:lnB>
                    <a:solidFill>
                      <a:srgbClr val="FFFFFF"/>
                    </a:solidFill>
                  </a:tcPr>
                </a:tc>
                <a:tc>
                  <a:txBody>
                    <a:bodyPr anchor="t" rtlCol="false"/>
                    <a:lstStyle/>
                    <a:p>
                      <a:pPr algn="ctr">
                        <a:lnSpc>
                          <a:spcPts val="2800"/>
                        </a:lnSpc>
                        <a:defRPr/>
                      </a:pPr>
                      <a:r>
                        <a:rPr lang="en-US" sz="2000">
                          <a:solidFill>
                            <a:srgbClr val="000000"/>
                          </a:solidFill>
                          <a:latin typeface="Open Sans"/>
                          <a:ea typeface="Open Sans"/>
                          <a:cs typeface="Open Sans"/>
                          <a:sym typeface="Open Sans"/>
                        </a:rPr>
                        <a:t>Arah Cloud/virbr0, titik NAT ke internet</a:t>
                      </a:r>
                      <a:endParaRPr lang="en-US" sz="1100"/>
                    </a:p>
                  </a:txBody>
                  <a:tcPr marL="76200" marR="76200" marT="76200" marB="76200" anchor="ctr">
                    <a:lnL cmpd="sng" algn="ctr" cap="flat" w="12668">
                      <a:solidFill>
                        <a:srgbClr val="BFBFBF"/>
                      </a:solidFill>
                      <a:prstDash val="solid"/>
                      <a:round/>
                      <a:headEnd type="none" w="med" len="med"/>
                      <a:tailEnd type="none" w="med" len="med"/>
                    </a:lnL>
                    <a:lnR cmpd="sng" algn="ctr" cap="flat" w="12668">
                      <a:solidFill>
                        <a:srgbClr val="BFBFBF"/>
                      </a:solidFill>
                      <a:prstDash val="solid"/>
                      <a:round/>
                      <a:headEnd type="none" w="med" len="med"/>
                      <a:tailEnd type="none" w="med" len="med"/>
                    </a:lnR>
                    <a:lnT cmpd="sng" algn="ctr" cap="flat" w="12668">
                      <a:solidFill>
                        <a:srgbClr val="BFBFBF"/>
                      </a:solidFill>
                      <a:prstDash val="solid"/>
                      <a:round/>
                      <a:headEnd type="none" w="med" len="med"/>
                      <a:tailEnd type="none" w="med" len="med"/>
                    </a:lnT>
                    <a:lnB cmpd="sng" algn="ctr" cap="flat" w="12668">
                      <a:solidFill>
                        <a:srgbClr val="BFBFBF"/>
                      </a:solidFill>
                      <a:prstDash val="solid"/>
                      <a:round/>
                      <a:headEnd type="none" w="med" len="med"/>
                      <a:tailEnd type="none" w="med" len="med"/>
                    </a:lnB>
                    <a:solidFill>
                      <a:srgbClr val="FFFFFF"/>
                    </a:solidFill>
                  </a:tcPr>
                </a:tc>
              </a:tr>
              <a:tr h="734786">
                <a:tc>
                  <a:txBody>
                    <a:bodyPr anchor="t" rtlCol="false"/>
                    <a:lstStyle/>
                    <a:p>
                      <a:pPr algn="ctr">
                        <a:lnSpc>
                          <a:spcPts val="2800"/>
                        </a:lnSpc>
                        <a:defRPr/>
                      </a:pPr>
                      <a:r>
                        <a:rPr lang="en-US" sz="2000">
                          <a:solidFill>
                            <a:srgbClr val="000000"/>
                          </a:solidFill>
                          <a:latin typeface="Open Sans"/>
                          <a:ea typeface="Open Sans"/>
                          <a:cs typeface="Open Sans"/>
                          <a:sym typeface="Open Sans"/>
                        </a:rPr>
                        <a:t>3</a:t>
                      </a:r>
                      <a:endParaRPr lang="en-US" sz="1100"/>
                    </a:p>
                  </a:txBody>
                  <a:tcPr marL="76200" marR="76200" marT="76200" marB="76200" anchor="ctr">
                    <a:lnL cmpd="sng" algn="ctr" cap="flat" w="12668">
                      <a:solidFill>
                        <a:srgbClr val="BFBFBF"/>
                      </a:solidFill>
                      <a:prstDash val="solid"/>
                      <a:round/>
                      <a:headEnd type="none" w="med" len="med"/>
                      <a:tailEnd type="none" w="med" len="med"/>
                    </a:lnL>
                    <a:lnR cmpd="sng" algn="ctr" cap="flat" w="12668">
                      <a:solidFill>
                        <a:srgbClr val="BFBFBF"/>
                      </a:solidFill>
                      <a:prstDash val="solid"/>
                      <a:round/>
                      <a:headEnd type="none" w="med" len="med"/>
                      <a:tailEnd type="none" w="med" len="med"/>
                    </a:lnR>
                    <a:lnT cmpd="sng" algn="ctr" cap="flat" w="12668">
                      <a:solidFill>
                        <a:srgbClr val="BFBFBF"/>
                      </a:solidFill>
                      <a:prstDash val="solid"/>
                      <a:round/>
                      <a:headEnd type="none" w="med" len="med"/>
                      <a:tailEnd type="none" w="med" len="med"/>
                    </a:lnT>
                    <a:lnB cmpd="sng" algn="ctr" cap="flat" w="12668">
                      <a:solidFill>
                        <a:srgbClr val="BFBFBF"/>
                      </a:solidFill>
                      <a:prstDash val="solid"/>
                      <a:round/>
                      <a:headEnd type="none" w="med" len="med"/>
                      <a:tailEnd type="none" w="med" len="med"/>
                    </a:lnB>
                    <a:solidFill>
                      <a:srgbClr val="FFFFFF"/>
                    </a:solidFill>
                  </a:tcPr>
                </a:tc>
                <a:tc>
                  <a:txBody>
                    <a:bodyPr anchor="t" rtlCol="false"/>
                    <a:lstStyle/>
                    <a:p>
                      <a:pPr algn="ctr">
                        <a:lnSpc>
                          <a:spcPts val="2800"/>
                        </a:lnSpc>
                        <a:defRPr/>
                      </a:pPr>
                      <a:r>
                        <a:rPr lang="en-US" sz="2000">
                          <a:solidFill>
                            <a:srgbClr val="000000"/>
                          </a:solidFill>
                          <a:latin typeface="Open Sans"/>
                          <a:ea typeface="Open Sans"/>
                          <a:cs typeface="Open Sans"/>
                          <a:sym typeface="Open Sans"/>
                        </a:rPr>
                        <a:t>Router ISP</a:t>
                      </a:r>
                      <a:endParaRPr lang="en-US" sz="1100"/>
                    </a:p>
                  </a:txBody>
                  <a:tcPr marL="76200" marR="76200" marT="76200" marB="76200" anchor="ctr">
                    <a:lnL cmpd="sng" algn="ctr" cap="flat" w="12668">
                      <a:solidFill>
                        <a:srgbClr val="BFBFBF"/>
                      </a:solidFill>
                      <a:prstDash val="solid"/>
                      <a:round/>
                      <a:headEnd type="none" w="med" len="med"/>
                      <a:tailEnd type="none" w="med" len="med"/>
                    </a:lnL>
                    <a:lnR cmpd="sng" algn="ctr" cap="flat" w="12668">
                      <a:solidFill>
                        <a:srgbClr val="BFBFBF"/>
                      </a:solidFill>
                      <a:prstDash val="solid"/>
                      <a:round/>
                      <a:headEnd type="none" w="med" len="med"/>
                      <a:tailEnd type="none" w="med" len="med"/>
                    </a:lnR>
                    <a:lnT cmpd="sng" algn="ctr" cap="flat" w="12668">
                      <a:solidFill>
                        <a:srgbClr val="BFBFBF"/>
                      </a:solidFill>
                      <a:prstDash val="solid"/>
                      <a:round/>
                      <a:headEnd type="none" w="med" len="med"/>
                      <a:tailEnd type="none" w="med" len="med"/>
                    </a:lnT>
                    <a:lnB cmpd="sng" algn="ctr" cap="flat" w="12668">
                      <a:solidFill>
                        <a:srgbClr val="BFBFBF"/>
                      </a:solidFill>
                      <a:prstDash val="solid"/>
                      <a:round/>
                      <a:headEnd type="none" w="med" len="med"/>
                      <a:tailEnd type="none" w="med" len="med"/>
                    </a:lnB>
                    <a:solidFill>
                      <a:srgbClr val="FFFFFF"/>
                    </a:solidFill>
                  </a:tcPr>
                </a:tc>
                <a:tc>
                  <a:txBody>
                    <a:bodyPr anchor="t" rtlCol="false"/>
                    <a:lstStyle/>
                    <a:p>
                      <a:pPr algn="ctr">
                        <a:lnSpc>
                          <a:spcPts val="2800"/>
                        </a:lnSpc>
                        <a:defRPr/>
                      </a:pPr>
                      <a:r>
                        <a:rPr lang="en-US" sz="2000">
                          <a:solidFill>
                            <a:srgbClr val="000000"/>
                          </a:solidFill>
                          <a:latin typeface="Open Sans"/>
                          <a:ea typeface="Open Sans"/>
                          <a:cs typeface="Open Sans"/>
                          <a:sym typeface="Open Sans"/>
                        </a:rPr>
                        <a:t>ether2</a:t>
                      </a:r>
                      <a:endParaRPr lang="en-US" sz="1100"/>
                    </a:p>
                  </a:txBody>
                  <a:tcPr marL="76200" marR="76200" marT="76200" marB="76200" anchor="ctr">
                    <a:lnL cmpd="sng" algn="ctr" cap="flat" w="12668">
                      <a:solidFill>
                        <a:srgbClr val="BFBFBF"/>
                      </a:solidFill>
                      <a:prstDash val="solid"/>
                      <a:round/>
                      <a:headEnd type="none" w="med" len="med"/>
                      <a:tailEnd type="none" w="med" len="med"/>
                    </a:lnL>
                    <a:lnR cmpd="sng" algn="ctr" cap="flat" w="12668">
                      <a:solidFill>
                        <a:srgbClr val="BFBFBF"/>
                      </a:solidFill>
                      <a:prstDash val="solid"/>
                      <a:round/>
                      <a:headEnd type="none" w="med" len="med"/>
                      <a:tailEnd type="none" w="med" len="med"/>
                    </a:lnR>
                    <a:lnT cmpd="sng" algn="ctr" cap="flat" w="12668">
                      <a:solidFill>
                        <a:srgbClr val="BFBFBF"/>
                      </a:solidFill>
                      <a:prstDash val="solid"/>
                      <a:round/>
                      <a:headEnd type="none" w="med" len="med"/>
                      <a:tailEnd type="none" w="med" len="med"/>
                    </a:lnT>
                    <a:lnB cmpd="sng" algn="ctr" cap="flat" w="12668">
                      <a:solidFill>
                        <a:srgbClr val="BFBFBF"/>
                      </a:solidFill>
                      <a:prstDash val="solid"/>
                      <a:round/>
                      <a:headEnd type="none" w="med" len="med"/>
                      <a:tailEnd type="none" w="med" len="med"/>
                    </a:lnB>
                    <a:solidFill>
                      <a:srgbClr val="FFFFFF"/>
                    </a:solidFill>
                  </a:tcPr>
                </a:tc>
                <a:tc>
                  <a:txBody>
                    <a:bodyPr anchor="t" rtlCol="false"/>
                    <a:lstStyle/>
                    <a:p>
                      <a:pPr algn="ctr">
                        <a:lnSpc>
                          <a:spcPts val="2800"/>
                        </a:lnSpc>
                        <a:defRPr/>
                      </a:pPr>
                      <a:r>
                        <a:rPr lang="en-US" sz="2000">
                          <a:solidFill>
                            <a:srgbClr val="000000"/>
                          </a:solidFill>
                          <a:latin typeface="Open Sans"/>
                          <a:ea typeface="Open Sans"/>
                          <a:cs typeface="Open Sans"/>
                          <a:sym typeface="Open Sans"/>
                        </a:rPr>
                        <a:t>200.200.200.1</a:t>
                      </a:r>
                      <a:endParaRPr lang="en-US" sz="1100"/>
                    </a:p>
                  </a:txBody>
                  <a:tcPr marL="76200" marR="76200" marT="76200" marB="76200" anchor="ctr">
                    <a:lnL cmpd="sng" algn="ctr" cap="flat" w="12668">
                      <a:solidFill>
                        <a:srgbClr val="BFBFBF"/>
                      </a:solidFill>
                      <a:prstDash val="solid"/>
                      <a:round/>
                      <a:headEnd type="none" w="med" len="med"/>
                      <a:tailEnd type="none" w="med" len="med"/>
                    </a:lnL>
                    <a:lnR cmpd="sng" algn="ctr" cap="flat" w="12668">
                      <a:solidFill>
                        <a:srgbClr val="BFBFBF"/>
                      </a:solidFill>
                      <a:prstDash val="solid"/>
                      <a:round/>
                      <a:headEnd type="none" w="med" len="med"/>
                      <a:tailEnd type="none" w="med" len="med"/>
                    </a:lnR>
                    <a:lnT cmpd="sng" algn="ctr" cap="flat" w="12668">
                      <a:solidFill>
                        <a:srgbClr val="BFBFBF"/>
                      </a:solidFill>
                      <a:prstDash val="solid"/>
                      <a:round/>
                      <a:headEnd type="none" w="med" len="med"/>
                      <a:tailEnd type="none" w="med" len="med"/>
                    </a:lnT>
                    <a:lnB cmpd="sng" algn="ctr" cap="flat" w="12668">
                      <a:solidFill>
                        <a:srgbClr val="BFBFBF"/>
                      </a:solidFill>
                      <a:prstDash val="solid"/>
                      <a:round/>
                      <a:headEnd type="none" w="med" len="med"/>
                      <a:tailEnd type="none" w="med" len="med"/>
                    </a:lnB>
                    <a:solidFill>
                      <a:srgbClr val="FFFFFF"/>
                    </a:solidFill>
                  </a:tcPr>
                </a:tc>
                <a:tc>
                  <a:txBody>
                    <a:bodyPr anchor="t" rtlCol="false"/>
                    <a:lstStyle/>
                    <a:p>
                      <a:pPr algn="ctr">
                        <a:lnSpc>
                          <a:spcPts val="2800"/>
                        </a:lnSpc>
                        <a:defRPr/>
                      </a:pPr>
                      <a:r>
                        <a:rPr lang="en-US" sz="2000">
                          <a:solidFill>
                            <a:srgbClr val="000000"/>
                          </a:solidFill>
                          <a:latin typeface="Open Sans"/>
                          <a:ea typeface="Open Sans"/>
                          <a:cs typeface="Open Sans"/>
                          <a:sym typeface="Open Sans"/>
                        </a:rPr>
                        <a:t>/24</a:t>
                      </a:r>
                      <a:endParaRPr lang="en-US" sz="1100"/>
                    </a:p>
                  </a:txBody>
                  <a:tcPr marL="76200" marR="76200" marT="76200" marB="76200" anchor="ctr">
                    <a:lnL cmpd="sng" algn="ctr" cap="flat" w="12668">
                      <a:solidFill>
                        <a:srgbClr val="BFBFBF"/>
                      </a:solidFill>
                      <a:prstDash val="solid"/>
                      <a:round/>
                      <a:headEnd type="none" w="med" len="med"/>
                      <a:tailEnd type="none" w="med" len="med"/>
                    </a:lnL>
                    <a:lnR cmpd="sng" algn="ctr" cap="flat" w="12668">
                      <a:solidFill>
                        <a:srgbClr val="BFBFBF"/>
                      </a:solidFill>
                      <a:prstDash val="solid"/>
                      <a:round/>
                      <a:headEnd type="none" w="med" len="med"/>
                      <a:tailEnd type="none" w="med" len="med"/>
                    </a:lnR>
                    <a:lnT cmpd="sng" algn="ctr" cap="flat" w="12668">
                      <a:solidFill>
                        <a:srgbClr val="BFBFBF"/>
                      </a:solidFill>
                      <a:prstDash val="solid"/>
                      <a:round/>
                      <a:headEnd type="none" w="med" len="med"/>
                      <a:tailEnd type="none" w="med" len="med"/>
                    </a:lnT>
                    <a:lnB cmpd="sng" algn="ctr" cap="flat" w="12668">
                      <a:solidFill>
                        <a:srgbClr val="BFBFBF"/>
                      </a:solidFill>
                      <a:prstDash val="solid"/>
                      <a:round/>
                      <a:headEnd type="none" w="med" len="med"/>
                      <a:tailEnd type="none" w="med" len="med"/>
                    </a:lnB>
                    <a:solidFill>
                      <a:srgbClr val="FFFFFF"/>
                    </a:solidFill>
                  </a:tcPr>
                </a:tc>
                <a:tc>
                  <a:txBody>
                    <a:bodyPr anchor="t" rtlCol="false"/>
                    <a:lstStyle/>
                    <a:p>
                      <a:pPr algn="ctr">
                        <a:lnSpc>
                          <a:spcPts val="2800"/>
                        </a:lnSpc>
                        <a:defRPr/>
                      </a:pPr>
                      <a:r>
                        <a:rPr lang="en-US" sz="2000">
                          <a:solidFill>
                            <a:srgbClr val="000000"/>
                          </a:solidFill>
                          <a:latin typeface="Open Sans"/>
                          <a:ea typeface="Open Sans"/>
                          <a:cs typeface="Open Sans"/>
                          <a:sym typeface="Open Sans"/>
                        </a:rPr>
                        <a:t>-</a:t>
                      </a:r>
                      <a:endParaRPr lang="en-US" sz="1100"/>
                    </a:p>
                  </a:txBody>
                  <a:tcPr marL="76200" marR="76200" marT="76200" marB="76200" anchor="ctr">
                    <a:lnL cmpd="sng" algn="ctr" cap="flat" w="12668">
                      <a:solidFill>
                        <a:srgbClr val="BFBFBF"/>
                      </a:solidFill>
                      <a:prstDash val="solid"/>
                      <a:round/>
                      <a:headEnd type="none" w="med" len="med"/>
                      <a:tailEnd type="none" w="med" len="med"/>
                    </a:lnL>
                    <a:lnR cmpd="sng" algn="ctr" cap="flat" w="12668">
                      <a:solidFill>
                        <a:srgbClr val="BFBFBF"/>
                      </a:solidFill>
                      <a:prstDash val="solid"/>
                      <a:round/>
                      <a:headEnd type="none" w="med" len="med"/>
                      <a:tailEnd type="none" w="med" len="med"/>
                    </a:lnR>
                    <a:lnT cmpd="sng" algn="ctr" cap="flat" w="12668">
                      <a:solidFill>
                        <a:srgbClr val="BFBFBF"/>
                      </a:solidFill>
                      <a:prstDash val="solid"/>
                      <a:round/>
                      <a:headEnd type="none" w="med" len="med"/>
                      <a:tailEnd type="none" w="med" len="med"/>
                    </a:lnT>
                    <a:lnB cmpd="sng" algn="ctr" cap="flat" w="12668">
                      <a:solidFill>
                        <a:srgbClr val="BFBFBF"/>
                      </a:solidFill>
                      <a:prstDash val="solid"/>
                      <a:round/>
                      <a:headEnd type="none" w="med" len="med"/>
                      <a:tailEnd type="none" w="med" len="med"/>
                    </a:lnB>
                    <a:solidFill>
                      <a:srgbClr val="FFFFFF"/>
                    </a:solidFill>
                  </a:tcPr>
                </a:tc>
                <a:tc>
                  <a:txBody>
                    <a:bodyPr anchor="t" rtlCol="false"/>
                    <a:lstStyle/>
                    <a:p>
                      <a:pPr algn="ctr">
                        <a:lnSpc>
                          <a:spcPts val="2800"/>
                        </a:lnSpc>
                        <a:defRPr/>
                      </a:pPr>
                      <a:r>
                        <a:rPr lang="en-US" sz="2000">
                          <a:solidFill>
                            <a:srgbClr val="000000"/>
                          </a:solidFill>
                          <a:latin typeface="Open Sans"/>
                          <a:ea typeface="Open Sans"/>
                          <a:cs typeface="Open Sans"/>
                          <a:sym typeface="Open Sans"/>
                        </a:rPr>
                        <a:t>Arah Ubuntu Server</a:t>
                      </a:r>
                      <a:endParaRPr lang="en-US" sz="1100"/>
                    </a:p>
                  </a:txBody>
                  <a:tcPr marL="76200" marR="76200" marT="76200" marB="76200" anchor="ctr">
                    <a:lnL cmpd="sng" algn="ctr" cap="flat" w="12668">
                      <a:solidFill>
                        <a:srgbClr val="BFBFBF"/>
                      </a:solidFill>
                      <a:prstDash val="solid"/>
                      <a:round/>
                      <a:headEnd type="none" w="med" len="med"/>
                      <a:tailEnd type="none" w="med" len="med"/>
                    </a:lnL>
                    <a:lnR cmpd="sng" algn="ctr" cap="flat" w="12668">
                      <a:solidFill>
                        <a:srgbClr val="BFBFBF"/>
                      </a:solidFill>
                      <a:prstDash val="solid"/>
                      <a:round/>
                      <a:headEnd type="none" w="med" len="med"/>
                      <a:tailEnd type="none" w="med" len="med"/>
                    </a:lnR>
                    <a:lnT cmpd="sng" algn="ctr" cap="flat" w="12668">
                      <a:solidFill>
                        <a:srgbClr val="BFBFBF"/>
                      </a:solidFill>
                      <a:prstDash val="solid"/>
                      <a:round/>
                      <a:headEnd type="none" w="med" len="med"/>
                      <a:tailEnd type="none" w="med" len="med"/>
                    </a:lnT>
                    <a:lnB cmpd="sng" algn="ctr" cap="flat" w="12668">
                      <a:solidFill>
                        <a:srgbClr val="BFBFBF"/>
                      </a:solidFill>
                      <a:prstDash val="solid"/>
                      <a:round/>
                      <a:headEnd type="none" w="med" len="med"/>
                      <a:tailEnd type="none" w="med" len="med"/>
                    </a:lnB>
                    <a:solidFill>
                      <a:srgbClr val="FFFFFF"/>
                    </a:solidFill>
                  </a:tcPr>
                </a:tc>
              </a:tr>
              <a:tr h="734786">
                <a:tc>
                  <a:txBody>
                    <a:bodyPr anchor="t" rtlCol="false"/>
                    <a:lstStyle/>
                    <a:p>
                      <a:pPr algn="ctr">
                        <a:lnSpc>
                          <a:spcPts val="2800"/>
                        </a:lnSpc>
                        <a:defRPr/>
                      </a:pPr>
                      <a:r>
                        <a:rPr lang="en-US" sz="2000">
                          <a:solidFill>
                            <a:srgbClr val="000000"/>
                          </a:solidFill>
                          <a:latin typeface="Open Sans"/>
                          <a:ea typeface="Open Sans"/>
                          <a:cs typeface="Open Sans"/>
                          <a:sym typeface="Open Sans"/>
                        </a:rPr>
                        <a:t>4</a:t>
                      </a:r>
                      <a:endParaRPr lang="en-US" sz="1100"/>
                    </a:p>
                  </a:txBody>
                  <a:tcPr marL="76200" marR="76200" marT="76200" marB="76200" anchor="ctr">
                    <a:lnL cmpd="sng" algn="ctr" cap="flat" w="12668">
                      <a:solidFill>
                        <a:srgbClr val="BFBFBF"/>
                      </a:solidFill>
                      <a:prstDash val="solid"/>
                      <a:round/>
                      <a:headEnd type="none" w="med" len="med"/>
                      <a:tailEnd type="none" w="med" len="med"/>
                    </a:lnL>
                    <a:lnR cmpd="sng" algn="ctr" cap="flat" w="12668">
                      <a:solidFill>
                        <a:srgbClr val="BFBFBF"/>
                      </a:solidFill>
                      <a:prstDash val="solid"/>
                      <a:round/>
                      <a:headEnd type="none" w="med" len="med"/>
                      <a:tailEnd type="none" w="med" len="med"/>
                    </a:lnR>
                    <a:lnT cmpd="sng" algn="ctr" cap="flat" w="12668">
                      <a:solidFill>
                        <a:srgbClr val="BFBFBF"/>
                      </a:solidFill>
                      <a:prstDash val="solid"/>
                      <a:round/>
                      <a:headEnd type="none" w="med" len="med"/>
                      <a:tailEnd type="none" w="med" len="med"/>
                    </a:lnT>
                    <a:lnB cmpd="sng" algn="ctr" cap="flat" w="12668">
                      <a:solidFill>
                        <a:srgbClr val="BFBFBF"/>
                      </a:solidFill>
                      <a:prstDash val="solid"/>
                      <a:round/>
                      <a:headEnd type="none" w="med" len="med"/>
                      <a:tailEnd type="none" w="med" len="med"/>
                    </a:lnB>
                    <a:solidFill>
                      <a:srgbClr val="FFFFFF"/>
                    </a:solidFill>
                  </a:tcPr>
                </a:tc>
                <a:tc>
                  <a:txBody>
                    <a:bodyPr anchor="t" rtlCol="false"/>
                    <a:lstStyle/>
                    <a:p>
                      <a:pPr algn="ctr">
                        <a:lnSpc>
                          <a:spcPts val="2800"/>
                        </a:lnSpc>
                        <a:defRPr/>
                      </a:pPr>
                      <a:r>
                        <a:rPr lang="en-US" sz="2000">
                          <a:solidFill>
                            <a:srgbClr val="000000"/>
                          </a:solidFill>
                          <a:latin typeface="Open Sans"/>
                          <a:ea typeface="Open Sans"/>
                          <a:cs typeface="Open Sans"/>
                          <a:sym typeface="Open Sans"/>
                        </a:rPr>
                        <a:t>Router ISP</a:t>
                      </a:r>
                      <a:endParaRPr lang="en-US" sz="1100"/>
                    </a:p>
                  </a:txBody>
                  <a:tcPr marL="76200" marR="76200" marT="76200" marB="76200" anchor="ctr">
                    <a:lnL cmpd="sng" algn="ctr" cap="flat" w="12668">
                      <a:solidFill>
                        <a:srgbClr val="BFBFBF"/>
                      </a:solidFill>
                      <a:prstDash val="solid"/>
                      <a:round/>
                      <a:headEnd type="none" w="med" len="med"/>
                      <a:tailEnd type="none" w="med" len="med"/>
                    </a:lnL>
                    <a:lnR cmpd="sng" algn="ctr" cap="flat" w="12668">
                      <a:solidFill>
                        <a:srgbClr val="BFBFBF"/>
                      </a:solidFill>
                      <a:prstDash val="solid"/>
                      <a:round/>
                      <a:headEnd type="none" w="med" len="med"/>
                      <a:tailEnd type="none" w="med" len="med"/>
                    </a:lnR>
                    <a:lnT cmpd="sng" algn="ctr" cap="flat" w="12668">
                      <a:solidFill>
                        <a:srgbClr val="BFBFBF"/>
                      </a:solidFill>
                      <a:prstDash val="solid"/>
                      <a:round/>
                      <a:headEnd type="none" w="med" len="med"/>
                      <a:tailEnd type="none" w="med" len="med"/>
                    </a:lnT>
                    <a:lnB cmpd="sng" algn="ctr" cap="flat" w="12668">
                      <a:solidFill>
                        <a:srgbClr val="BFBFBF"/>
                      </a:solidFill>
                      <a:prstDash val="solid"/>
                      <a:round/>
                      <a:headEnd type="none" w="med" len="med"/>
                      <a:tailEnd type="none" w="med" len="med"/>
                    </a:lnB>
                    <a:solidFill>
                      <a:srgbClr val="FFFFFF"/>
                    </a:solidFill>
                  </a:tcPr>
                </a:tc>
                <a:tc>
                  <a:txBody>
                    <a:bodyPr anchor="t" rtlCol="false"/>
                    <a:lstStyle/>
                    <a:p>
                      <a:pPr algn="ctr">
                        <a:lnSpc>
                          <a:spcPts val="2800"/>
                        </a:lnSpc>
                        <a:defRPr/>
                      </a:pPr>
                      <a:r>
                        <a:rPr lang="en-US" sz="2000">
                          <a:solidFill>
                            <a:srgbClr val="000000"/>
                          </a:solidFill>
                          <a:latin typeface="Open Sans"/>
                          <a:ea typeface="Open Sans"/>
                          <a:cs typeface="Open Sans"/>
                          <a:sym typeface="Open Sans"/>
                        </a:rPr>
                        <a:t>ether3</a:t>
                      </a:r>
                      <a:endParaRPr lang="en-US" sz="1100"/>
                    </a:p>
                  </a:txBody>
                  <a:tcPr marL="76200" marR="76200" marT="76200" marB="76200" anchor="ctr">
                    <a:lnL cmpd="sng" algn="ctr" cap="flat" w="12668">
                      <a:solidFill>
                        <a:srgbClr val="BFBFBF"/>
                      </a:solidFill>
                      <a:prstDash val="solid"/>
                      <a:round/>
                      <a:headEnd type="none" w="med" len="med"/>
                      <a:tailEnd type="none" w="med" len="med"/>
                    </a:lnL>
                    <a:lnR cmpd="sng" algn="ctr" cap="flat" w="12668">
                      <a:solidFill>
                        <a:srgbClr val="BFBFBF"/>
                      </a:solidFill>
                      <a:prstDash val="solid"/>
                      <a:round/>
                      <a:headEnd type="none" w="med" len="med"/>
                      <a:tailEnd type="none" w="med" len="med"/>
                    </a:lnR>
                    <a:lnT cmpd="sng" algn="ctr" cap="flat" w="12668">
                      <a:solidFill>
                        <a:srgbClr val="BFBFBF"/>
                      </a:solidFill>
                      <a:prstDash val="solid"/>
                      <a:round/>
                      <a:headEnd type="none" w="med" len="med"/>
                      <a:tailEnd type="none" w="med" len="med"/>
                    </a:lnT>
                    <a:lnB cmpd="sng" algn="ctr" cap="flat" w="12668">
                      <a:solidFill>
                        <a:srgbClr val="BFBFBF"/>
                      </a:solidFill>
                      <a:prstDash val="solid"/>
                      <a:round/>
                      <a:headEnd type="none" w="med" len="med"/>
                      <a:tailEnd type="none" w="med" len="med"/>
                    </a:lnB>
                    <a:solidFill>
                      <a:srgbClr val="FFFFFF"/>
                    </a:solidFill>
                  </a:tcPr>
                </a:tc>
                <a:tc>
                  <a:txBody>
                    <a:bodyPr anchor="t" rtlCol="false"/>
                    <a:lstStyle/>
                    <a:p>
                      <a:pPr algn="ctr">
                        <a:lnSpc>
                          <a:spcPts val="2800"/>
                        </a:lnSpc>
                        <a:defRPr/>
                      </a:pPr>
                      <a:r>
                        <a:rPr lang="en-US" sz="2000">
                          <a:solidFill>
                            <a:srgbClr val="000000"/>
                          </a:solidFill>
                          <a:latin typeface="Open Sans"/>
                          <a:ea typeface="Open Sans"/>
                          <a:cs typeface="Open Sans"/>
                          <a:sym typeface="Open Sans"/>
                        </a:rPr>
                        <a:t>100.100.100.1</a:t>
                      </a:r>
                      <a:endParaRPr lang="en-US" sz="1100"/>
                    </a:p>
                  </a:txBody>
                  <a:tcPr marL="76200" marR="76200" marT="76200" marB="76200" anchor="ctr">
                    <a:lnL cmpd="sng" algn="ctr" cap="flat" w="12668">
                      <a:solidFill>
                        <a:srgbClr val="BFBFBF"/>
                      </a:solidFill>
                      <a:prstDash val="solid"/>
                      <a:round/>
                      <a:headEnd type="none" w="med" len="med"/>
                      <a:tailEnd type="none" w="med" len="med"/>
                    </a:lnL>
                    <a:lnR cmpd="sng" algn="ctr" cap="flat" w="12668">
                      <a:solidFill>
                        <a:srgbClr val="BFBFBF"/>
                      </a:solidFill>
                      <a:prstDash val="solid"/>
                      <a:round/>
                      <a:headEnd type="none" w="med" len="med"/>
                      <a:tailEnd type="none" w="med" len="med"/>
                    </a:lnR>
                    <a:lnT cmpd="sng" algn="ctr" cap="flat" w="12668">
                      <a:solidFill>
                        <a:srgbClr val="BFBFBF"/>
                      </a:solidFill>
                      <a:prstDash val="solid"/>
                      <a:round/>
                      <a:headEnd type="none" w="med" len="med"/>
                      <a:tailEnd type="none" w="med" len="med"/>
                    </a:lnT>
                    <a:lnB cmpd="sng" algn="ctr" cap="flat" w="12668">
                      <a:solidFill>
                        <a:srgbClr val="BFBFBF"/>
                      </a:solidFill>
                      <a:prstDash val="solid"/>
                      <a:round/>
                      <a:headEnd type="none" w="med" len="med"/>
                      <a:tailEnd type="none" w="med" len="med"/>
                    </a:lnB>
                    <a:solidFill>
                      <a:srgbClr val="FFFFFF"/>
                    </a:solidFill>
                  </a:tcPr>
                </a:tc>
                <a:tc>
                  <a:txBody>
                    <a:bodyPr anchor="t" rtlCol="false"/>
                    <a:lstStyle/>
                    <a:p>
                      <a:pPr algn="ctr">
                        <a:lnSpc>
                          <a:spcPts val="2800"/>
                        </a:lnSpc>
                        <a:defRPr/>
                      </a:pPr>
                      <a:r>
                        <a:rPr lang="en-US" sz="2000">
                          <a:solidFill>
                            <a:srgbClr val="000000"/>
                          </a:solidFill>
                          <a:latin typeface="Open Sans"/>
                          <a:ea typeface="Open Sans"/>
                          <a:cs typeface="Open Sans"/>
                          <a:sym typeface="Open Sans"/>
                        </a:rPr>
                        <a:t>/30</a:t>
                      </a:r>
                      <a:endParaRPr lang="en-US" sz="1100"/>
                    </a:p>
                  </a:txBody>
                  <a:tcPr marL="76200" marR="76200" marT="76200" marB="76200" anchor="ctr">
                    <a:lnL cmpd="sng" algn="ctr" cap="flat" w="12668">
                      <a:solidFill>
                        <a:srgbClr val="BFBFBF"/>
                      </a:solidFill>
                      <a:prstDash val="solid"/>
                      <a:round/>
                      <a:headEnd type="none" w="med" len="med"/>
                      <a:tailEnd type="none" w="med" len="med"/>
                    </a:lnL>
                    <a:lnR cmpd="sng" algn="ctr" cap="flat" w="12668">
                      <a:solidFill>
                        <a:srgbClr val="BFBFBF"/>
                      </a:solidFill>
                      <a:prstDash val="solid"/>
                      <a:round/>
                      <a:headEnd type="none" w="med" len="med"/>
                      <a:tailEnd type="none" w="med" len="med"/>
                    </a:lnR>
                    <a:lnT cmpd="sng" algn="ctr" cap="flat" w="12668">
                      <a:solidFill>
                        <a:srgbClr val="BFBFBF"/>
                      </a:solidFill>
                      <a:prstDash val="solid"/>
                      <a:round/>
                      <a:headEnd type="none" w="med" len="med"/>
                      <a:tailEnd type="none" w="med" len="med"/>
                    </a:lnT>
                    <a:lnB cmpd="sng" algn="ctr" cap="flat" w="12668">
                      <a:solidFill>
                        <a:srgbClr val="BFBFBF"/>
                      </a:solidFill>
                      <a:prstDash val="solid"/>
                      <a:round/>
                      <a:headEnd type="none" w="med" len="med"/>
                      <a:tailEnd type="none" w="med" len="med"/>
                    </a:lnB>
                    <a:solidFill>
                      <a:srgbClr val="FFFFFF"/>
                    </a:solidFill>
                  </a:tcPr>
                </a:tc>
                <a:tc>
                  <a:txBody>
                    <a:bodyPr anchor="t" rtlCol="false"/>
                    <a:lstStyle/>
                    <a:p>
                      <a:pPr algn="ctr">
                        <a:lnSpc>
                          <a:spcPts val="2800"/>
                        </a:lnSpc>
                        <a:defRPr/>
                      </a:pPr>
                      <a:r>
                        <a:rPr lang="en-US" sz="2000">
                          <a:solidFill>
                            <a:srgbClr val="000000"/>
                          </a:solidFill>
                          <a:latin typeface="Open Sans"/>
                          <a:ea typeface="Open Sans"/>
                          <a:cs typeface="Open Sans"/>
                          <a:sym typeface="Open Sans"/>
                        </a:rPr>
                        <a:t>-</a:t>
                      </a:r>
                      <a:endParaRPr lang="en-US" sz="1100"/>
                    </a:p>
                  </a:txBody>
                  <a:tcPr marL="76200" marR="76200" marT="76200" marB="76200" anchor="ctr">
                    <a:lnL cmpd="sng" algn="ctr" cap="flat" w="12668">
                      <a:solidFill>
                        <a:srgbClr val="BFBFBF"/>
                      </a:solidFill>
                      <a:prstDash val="solid"/>
                      <a:round/>
                      <a:headEnd type="none" w="med" len="med"/>
                      <a:tailEnd type="none" w="med" len="med"/>
                    </a:lnL>
                    <a:lnR cmpd="sng" algn="ctr" cap="flat" w="12668">
                      <a:solidFill>
                        <a:srgbClr val="BFBFBF"/>
                      </a:solidFill>
                      <a:prstDash val="solid"/>
                      <a:round/>
                      <a:headEnd type="none" w="med" len="med"/>
                      <a:tailEnd type="none" w="med" len="med"/>
                    </a:lnR>
                    <a:lnT cmpd="sng" algn="ctr" cap="flat" w="12668">
                      <a:solidFill>
                        <a:srgbClr val="BFBFBF"/>
                      </a:solidFill>
                      <a:prstDash val="solid"/>
                      <a:round/>
                      <a:headEnd type="none" w="med" len="med"/>
                      <a:tailEnd type="none" w="med" len="med"/>
                    </a:lnT>
                    <a:lnB cmpd="sng" algn="ctr" cap="flat" w="12668">
                      <a:solidFill>
                        <a:srgbClr val="BFBFBF"/>
                      </a:solidFill>
                      <a:prstDash val="solid"/>
                      <a:round/>
                      <a:headEnd type="none" w="med" len="med"/>
                      <a:tailEnd type="none" w="med" len="med"/>
                    </a:lnB>
                    <a:solidFill>
                      <a:srgbClr val="FFFFFF"/>
                    </a:solidFill>
                  </a:tcPr>
                </a:tc>
                <a:tc>
                  <a:txBody>
                    <a:bodyPr anchor="t" rtlCol="false"/>
                    <a:lstStyle/>
                    <a:p>
                      <a:pPr algn="ctr">
                        <a:lnSpc>
                          <a:spcPts val="2800"/>
                        </a:lnSpc>
                        <a:defRPr/>
                      </a:pPr>
                      <a:r>
                        <a:rPr lang="en-US" sz="2000">
                          <a:solidFill>
                            <a:srgbClr val="000000"/>
                          </a:solidFill>
                          <a:latin typeface="Open Sans"/>
                          <a:ea typeface="Open Sans"/>
                          <a:cs typeface="Open Sans"/>
                          <a:sym typeface="Open Sans"/>
                        </a:rPr>
                        <a:t>Arah Router Pelanggan A</a:t>
                      </a:r>
                      <a:endParaRPr lang="en-US" sz="1100"/>
                    </a:p>
                  </a:txBody>
                  <a:tcPr marL="76200" marR="76200" marT="76200" marB="76200" anchor="ctr">
                    <a:lnL cmpd="sng" algn="ctr" cap="flat" w="12668">
                      <a:solidFill>
                        <a:srgbClr val="BFBFBF"/>
                      </a:solidFill>
                      <a:prstDash val="solid"/>
                      <a:round/>
                      <a:headEnd type="none" w="med" len="med"/>
                      <a:tailEnd type="none" w="med" len="med"/>
                    </a:lnL>
                    <a:lnR cmpd="sng" algn="ctr" cap="flat" w="12668">
                      <a:solidFill>
                        <a:srgbClr val="BFBFBF"/>
                      </a:solidFill>
                      <a:prstDash val="solid"/>
                      <a:round/>
                      <a:headEnd type="none" w="med" len="med"/>
                      <a:tailEnd type="none" w="med" len="med"/>
                    </a:lnR>
                    <a:lnT cmpd="sng" algn="ctr" cap="flat" w="12668">
                      <a:solidFill>
                        <a:srgbClr val="BFBFBF"/>
                      </a:solidFill>
                      <a:prstDash val="solid"/>
                      <a:round/>
                      <a:headEnd type="none" w="med" len="med"/>
                      <a:tailEnd type="none" w="med" len="med"/>
                    </a:lnT>
                    <a:lnB cmpd="sng" algn="ctr" cap="flat" w="12668">
                      <a:solidFill>
                        <a:srgbClr val="BFBFBF"/>
                      </a:solidFill>
                      <a:prstDash val="solid"/>
                      <a:round/>
                      <a:headEnd type="none" w="med" len="med"/>
                      <a:tailEnd type="none" w="med" len="med"/>
                    </a:lnB>
                    <a:solidFill>
                      <a:srgbClr val="FFFFFF"/>
                    </a:solidFill>
                  </a:tcPr>
                </a:tc>
              </a:tr>
              <a:tr h="734786">
                <a:tc>
                  <a:txBody>
                    <a:bodyPr anchor="t" rtlCol="false"/>
                    <a:lstStyle/>
                    <a:p>
                      <a:pPr algn="ctr">
                        <a:lnSpc>
                          <a:spcPts val="2800"/>
                        </a:lnSpc>
                        <a:defRPr/>
                      </a:pPr>
                      <a:r>
                        <a:rPr lang="en-US" sz="2000">
                          <a:solidFill>
                            <a:srgbClr val="000000"/>
                          </a:solidFill>
                          <a:latin typeface="Open Sans"/>
                          <a:ea typeface="Open Sans"/>
                          <a:cs typeface="Open Sans"/>
                          <a:sym typeface="Open Sans"/>
                        </a:rPr>
                        <a:t>5</a:t>
                      </a:r>
                      <a:endParaRPr lang="en-US" sz="1100"/>
                    </a:p>
                  </a:txBody>
                  <a:tcPr marL="76200" marR="76200" marT="76200" marB="76200" anchor="ctr">
                    <a:lnL cmpd="sng" algn="ctr" cap="flat" w="12668">
                      <a:solidFill>
                        <a:srgbClr val="BFBFBF"/>
                      </a:solidFill>
                      <a:prstDash val="solid"/>
                      <a:round/>
                      <a:headEnd type="none" w="med" len="med"/>
                      <a:tailEnd type="none" w="med" len="med"/>
                    </a:lnL>
                    <a:lnR cmpd="sng" algn="ctr" cap="flat" w="12668">
                      <a:solidFill>
                        <a:srgbClr val="BFBFBF"/>
                      </a:solidFill>
                      <a:prstDash val="solid"/>
                      <a:round/>
                      <a:headEnd type="none" w="med" len="med"/>
                      <a:tailEnd type="none" w="med" len="med"/>
                    </a:lnR>
                    <a:lnT cmpd="sng" algn="ctr" cap="flat" w="12668">
                      <a:solidFill>
                        <a:srgbClr val="BFBFBF"/>
                      </a:solidFill>
                      <a:prstDash val="solid"/>
                      <a:round/>
                      <a:headEnd type="none" w="med" len="med"/>
                      <a:tailEnd type="none" w="med" len="med"/>
                    </a:lnT>
                    <a:lnB cmpd="sng" algn="ctr" cap="flat" w="12668">
                      <a:solidFill>
                        <a:srgbClr val="BFBFBF"/>
                      </a:solidFill>
                      <a:prstDash val="solid"/>
                      <a:round/>
                      <a:headEnd type="none" w="med" len="med"/>
                      <a:tailEnd type="none" w="med" len="med"/>
                    </a:lnB>
                    <a:solidFill>
                      <a:srgbClr val="FFFFFF"/>
                    </a:solidFill>
                  </a:tcPr>
                </a:tc>
                <a:tc>
                  <a:txBody>
                    <a:bodyPr anchor="t" rtlCol="false"/>
                    <a:lstStyle/>
                    <a:p>
                      <a:pPr algn="ctr">
                        <a:lnSpc>
                          <a:spcPts val="2800"/>
                        </a:lnSpc>
                        <a:defRPr/>
                      </a:pPr>
                      <a:r>
                        <a:rPr lang="en-US" sz="2000">
                          <a:solidFill>
                            <a:srgbClr val="000000"/>
                          </a:solidFill>
                          <a:latin typeface="Open Sans"/>
                          <a:ea typeface="Open Sans"/>
                          <a:cs typeface="Open Sans"/>
                          <a:sym typeface="Open Sans"/>
                        </a:rPr>
                        <a:t>Router ISP</a:t>
                      </a:r>
                      <a:endParaRPr lang="en-US" sz="1100"/>
                    </a:p>
                  </a:txBody>
                  <a:tcPr marL="76200" marR="76200" marT="76200" marB="76200" anchor="ctr">
                    <a:lnL cmpd="sng" algn="ctr" cap="flat" w="12668">
                      <a:solidFill>
                        <a:srgbClr val="BFBFBF"/>
                      </a:solidFill>
                      <a:prstDash val="solid"/>
                      <a:round/>
                      <a:headEnd type="none" w="med" len="med"/>
                      <a:tailEnd type="none" w="med" len="med"/>
                    </a:lnL>
                    <a:lnR cmpd="sng" algn="ctr" cap="flat" w="12668">
                      <a:solidFill>
                        <a:srgbClr val="BFBFBF"/>
                      </a:solidFill>
                      <a:prstDash val="solid"/>
                      <a:round/>
                      <a:headEnd type="none" w="med" len="med"/>
                      <a:tailEnd type="none" w="med" len="med"/>
                    </a:lnR>
                    <a:lnT cmpd="sng" algn="ctr" cap="flat" w="12668">
                      <a:solidFill>
                        <a:srgbClr val="BFBFBF"/>
                      </a:solidFill>
                      <a:prstDash val="solid"/>
                      <a:round/>
                      <a:headEnd type="none" w="med" len="med"/>
                      <a:tailEnd type="none" w="med" len="med"/>
                    </a:lnT>
                    <a:lnB cmpd="sng" algn="ctr" cap="flat" w="12668">
                      <a:solidFill>
                        <a:srgbClr val="BFBFBF"/>
                      </a:solidFill>
                      <a:prstDash val="solid"/>
                      <a:round/>
                      <a:headEnd type="none" w="med" len="med"/>
                      <a:tailEnd type="none" w="med" len="med"/>
                    </a:lnB>
                    <a:solidFill>
                      <a:srgbClr val="FFFFFF"/>
                    </a:solidFill>
                  </a:tcPr>
                </a:tc>
                <a:tc>
                  <a:txBody>
                    <a:bodyPr anchor="t" rtlCol="false"/>
                    <a:lstStyle/>
                    <a:p>
                      <a:pPr algn="ctr">
                        <a:lnSpc>
                          <a:spcPts val="2800"/>
                        </a:lnSpc>
                        <a:defRPr/>
                      </a:pPr>
                      <a:r>
                        <a:rPr lang="en-US" sz="2000">
                          <a:solidFill>
                            <a:srgbClr val="000000"/>
                          </a:solidFill>
                          <a:latin typeface="Open Sans"/>
                          <a:ea typeface="Open Sans"/>
                          <a:cs typeface="Open Sans"/>
                          <a:sym typeface="Open Sans"/>
                        </a:rPr>
                        <a:t>ether4</a:t>
                      </a:r>
                      <a:endParaRPr lang="en-US" sz="1100"/>
                    </a:p>
                  </a:txBody>
                  <a:tcPr marL="76200" marR="76200" marT="76200" marB="76200" anchor="ctr">
                    <a:lnL cmpd="sng" algn="ctr" cap="flat" w="12668">
                      <a:solidFill>
                        <a:srgbClr val="BFBFBF"/>
                      </a:solidFill>
                      <a:prstDash val="solid"/>
                      <a:round/>
                      <a:headEnd type="none" w="med" len="med"/>
                      <a:tailEnd type="none" w="med" len="med"/>
                    </a:lnL>
                    <a:lnR cmpd="sng" algn="ctr" cap="flat" w="12668">
                      <a:solidFill>
                        <a:srgbClr val="BFBFBF"/>
                      </a:solidFill>
                      <a:prstDash val="solid"/>
                      <a:round/>
                      <a:headEnd type="none" w="med" len="med"/>
                      <a:tailEnd type="none" w="med" len="med"/>
                    </a:lnR>
                    <a:lnT cmpd="sng" algn="ctr" cap="flat" w="12668">
                      <a:solidFill>
                        <a:srgbClr val="BFBFBF"/>
                      </a:solidFill>
                      <a:prstDash val="solid"/>
                      <a:round/>
                      <a:headEnd type="none" w="med" len="med"/>
                      <a:tailEnd type="none" w="med" len="med"/>
                    </a:lnT>
                    <a:lnB cmpd="sng" algn="ctr" cap="flat" w="12668">
                      <a:solidFill>
                        <a:srgbClr val="BFBFBF"/>
                      </a:solidFill>
                      <a:prstDash val="solid"/>
                      <a:round/>
                      <a:headEnd type="none" w="med" len="med"/>
                      <a:tailEnd type="none" w="med" len="med"/>
                    </a:lnB>
                    <a:solidFill>
                      <a:srgbClr val="FFFFFF"/>
                    </a:solidFill>
                  </a:tcPr>
                </a:tc>
                <a:tc>
                  <a:txBody>
                    <a:bodyPr anchor="t" rtlCol="false"/>
                    <a:lstStyle/>
                    <a:p>
                      <a:pPr algn="ctr">
                        <a:lnSpc>
                          <a:spcPts val="2800"/>
                        </a:lnSpc>
                        <a:defRPr/>
                      </a:pPr>
                      <a:r>
                        <a:rPr lang="en-US" sz="2000">
                          <a:solidFill>
                            <a:srgbClr val="000000"/>
                          </a:solidFill>
                          <a:latin typeface="Open Sans"/>
                          <a:ea typeface="Open Sans"/>
                          <a:cs typeface="Open Sans"/>
                          <a:sym typeface="Open Sans"/>
                        </a:rPr>
                        <a:t>100.100.100.5</a:t>
                      </a:r>
                      <a:endParaRPr lang="en-US" sz="1100"/>
                    </a:p>
                  </a:txBody>
                  <a:tcPr marL="76200" marR="76200" marT="76200" marB="76200" anchor="ctr">
                    <a:lnL cmpd="sng" algn="ctr" cap="flat" w="12668">
                      <a:solidFill>
                        <a:srgbClr val="BFBFBF"/>
                      </a:solidFill>
                      <a:prstDash val="solid"/>
                      <a:round/>
                      <a:headEnd type="none" w="med" len="med"/>
                      <a:tailEnd type="none" w="med" len="med"/>
                    </a:lnL>
                    <a:lnR cmpd="sng" algn="ctr" cap="flat" w="12668">
                      <a:solidFill>
                        <a:srgbClr val="BFBFBF"/>
                      </a:solidFill>
                      <a:prstDash val="solid"/>
                      <a:round/>
                      <a:headEnd type="none" w="med" len="med"/>
                      <a:tailEnd type="none" w="med" len="med"/>
                    </a:lnR>
                    <a:lnT cmpd="sng" algn="ctr" cap="flat" w="12668">
                      <a:solidFill>
                        <a:srgbClr val="BFBFBF"/>
                      </a:solidFill>
                      <a:prstDash val="solid"/>
                      <a:round/>
                      <a:headEnd type="none" w="med" len="med"/>
                      <a:tailEnd type="none" w="med" len="med"/>
                    </a:lnT>
                    <a:lnB cmpd="sng" algn="ctr" cap="flat" w="12668">
                      <a:solidFill>
                        <a:srgbClr val="BFBFBF"/>
                      </a:solidFill>
                      <a:prstDash val="solid"/>
                      <a:round/>
                      <a:headEnd type="none" w="med" len="med"/>
                      <a:tailEnd type="none" w="med" len="med"/>
                    </a:lnB>
                    <a:solidFill>
                      <a:srgbClr val="FFFFFF"/>
                    </a:solidFill>
                  </a:tcPr>
                </a:tc>
                <a:tc>
                  <a:txBody>
                    <a:bodyPr anchor="t" rtlCol="false"/>
                    <a:lstStyle/>
                    <a:p>
                      <a:pPr algn="ctr">
                        <a:lnSpc>
                          <a:spcPts val="2800"/>
                        </a:lnSpc>
                        <a:defRPr/>
                      </a:pPr>
                      <a:r>
                        <a:rPr lang="en-US" sz="2000">
                          <a:solidFill>
                            <a:srgbClr val="000000"/>
                          </a:solidFill>
                          <a:latin typeface="Open Sans"/>
                          <a:ea typeface="Open Sans"/>
                          <a:cs typeface="Open Sans"/>
                          <a:sym typeface="Open Sans"/>
                        </a:rPr>
                        <a:t>/30</a:t>
                      </a:r>
                      <a:endParaRPr lang="en-US" sz="1100"/>
                    </a:p>
                  </a:txBody>
                  <a:tcPr marL="76200" marR="76200" marT="76200" marB="76200" anchor="ctr">
                    <a:lnL cmpd="sng" algn="ctr" cap="flat" w="12668">
                      <a:solidFill>
                        <a:srgbClr val="BFBFBF"/>
                      </a:solidFill>
                      <a:prstDash val="solid"/>
                      <a:round/>
                      <a:headEnd type="none" w="med" len="med"/>
                      <a:tailEnd type="none" w="med" len="med"/>
                    </a:lnL>
                    <a:lnR cmpd="sng" algn="ctr" cap="flat" w="12668">
                      <a:solidFill>
                        <a:srgbClr val="BFBFBF"/>
                      </a:solidFill>
                      <a:prstDash val="solid"/>
                      <a:round/>
                      <a:headEnd type="none" w="med" len="med"/>
                      <a:tailEnd type="none" w="med" len="med"/>
                    </a:lnR>
                    <a:lnT cmpd="sng" algn="ctr" cap="flat" w="12668">
                      <a:solidFill>
                        <a:srgbClr val="BFBFBF"/>
                      </a:solidFill>
                      <a:prstDash val="solid"/>
                      <a:round/>
                      <a:headEnd type="none" w="med" len="med"/>
                      <a:tailEnd type="none" w="med" len="med"/>
                    </a:lnT>
                    <a:lnB cmpd="sng" algn="ctr" cap="flat" w="12668">
                      <a:solidFill>
                        <a:srgbClr val="BFBFBF"/>
                      </a:solidFill>
                      <a:prstDash val="solid"/>
                      <a:round/>
                      <a:headEnd type="none" w="med" len="med"/>
                      <a:tailEnd type="none" w="med" len="med"/>
                    </a:lnB>
                    <a:solidFill>
                      <a:srgbClr val="FFFFFF"/>
                    </a:solidFill>
                  </a:tcPr>
                </a:tc>
                <a:tc>
                  <a:txBody>
                    <a:bodyPr anchor="t" rtlCol="false"/>
                    <a:lstStyle/>
                    <a:p>
                      <a:pPr algn="ctr">
                        <a:lnSpc>
                          <a:spcPts val="2800"/>
                        </a:lnSpc>
                        <a:defRPr/>
                      </a:pPr>
                      <a:r>
                        <a:rPr lang="en-US" sz="2000">
                          <a:solidFill>
                            <a:srgbClr val="000000"/>
                          </a:solidFill>
                          <a:latin typeface="Open Sans"/>
                          <a:ea typeface="Open Sans"/>
                          <a:cs typeface="Open Sans"/>
                          <a:sym typeface="Open Sans"/>
                        </a:rPr>
                        <a:t>-</a:t>
                      </a:r>
                      <a:endParaRPr lang="en-US" sz="1100"/>
                    </a:p>
                  </a:txBody>
                  <a:tcPr marL="76200" marR="76200" marT="76200" marB="76200" anchor="ctr">
                    <a:lnL cmpd="sng" algn="ctr" cap="flat" w="12668">
                      <a:solidFill>
                        <a:srgbClr val="BFBFBF"/>
                      </a:solidFill>
                      <a:prstDash val="solid"/>
                      <a:round/>
                      <a:headEnd type="none" w="med" len="med"/>
                      <a:tailEnd type="none" w="med" len="med"/>
                    </a:lnL>
                    <a:lnR cmpd="sng" algn="ctr" cap="flat" w="12668">
                      <a:solidFill>
                        <a:srgbClr val="BFBFBF"/>
                      </a:solidFill>
                      <a:prstDash val="solid"/>
                      <a:round/>
                      <a:headEnd type="none" w="med" len="med"/>
                      <a:tailEnd type="none" w="med" len="med"/>
                    </a:lnR>
                    <a:lnT cmpd="sng" algn="ctr" cap="flat" w="12668">
                      <a:solidFill>
                        <a:srgbClr val="BFBFBF"/>
                      </a:solidFill>
                      <a:prstDash val="solid"/>
                      <a:round/>
                      <a:headEnd type="none" w="med" len="med"/>
                      <a:tailEnd type="none" w="med" len="med"/>
                    </a:lnT>
                    <a:lnB cmpd="sng" algn="ctr" cap="flat" w="12668">
                      <a:solidFill>
                        <a:srgbClr val="BFBFBF"/>
                      </a:solidFill>
                      <a:prstDash val="solid"/>
                      <a:round/>
                      <a:headEnd type="none" w="med" len="med"/>
                      <a:tailEnd type="none" w="med" len="med"/>
                    </a:lnB>
                    <a:solidFill>
                      <a:srgbClr val="FFFFFF"/>
                    </a:solidFill>
                  </a:tcPr>
                </a:tc>
                <a:tc>
                  <a:txBody>
                    <a:bodyPr anchor="t" rtlCol="false"/>
                    <a:lstStyle/>
                    <a:p>
                      <a:pPr algn="ctr">
                        <a:lnSpc>
                          <a:spcPts val="2800"/>
                        </a:lnSpc>
                        <a:defRPr/>
                      </a:pPr>
                      <a:r>
                        <a:rPr lang="en-US" sz="2000">
                          <a:solidFill>
                            <a:srgbClr val="000000"/>
                          </a:solidFill>
                          <a:latin typeface="Open Sans"/>
                          <a:ea typeface="Open Sans"/>
                          <a:cs typeface="Open Sans"/>
                          <a:sym typeface="Open Sans"/>
                        </a:rPr>
                        <a:t>Arah Router Pelanggan B</a:t>
                      </a:r>
                      <a:endParaRPr lang="en-US" sz="1100"/>
                    </a:p>
                  </a:txBody>
                  <a:tcPr marL="76200" marR="76200" marT="76200" marB="76200" anchor="ctr">
                    <a:lnL cmpd="sng" algn="ctr" cap="flat" w="12668">
                      <a:solidFill>
                        <a:srgbClr val="BFBFBF"/>
                      </a:solidFill>
                      <a:prstDash val="solid"/>
                      <a:round/>
                      <a:headEnd type="none" w="med" len="med"/>
                      <a:tailEnd type="none" w="med" len="med"/>
                    </a:lnL>
                    <a:lnR cmpd="sng" algn="ctr" cap="flat" w="12668">
                      <a:solidFill>
                        <a:srgbClr val="BFBFBF"/>
                      </a:solidFill>
                      <a:prstDash val="solid"/>
                      <a:round/>
                      <a:headEnd type="none" w="med" len="med"/>
                      <a:tailEnd type="none" w="med" len="med"/>
                    </a:lnR>
                    <a:lnT cmpd="sng" algn="ctr" cap="flat" w="12668">
                      <a:solidFill>
                        <a:srgbClr val="BFBFBF"/>
                      </a:solidFill>
                      <a:prstDash val="solid"/>
                      <a:round/>
                      <a:headEnd type="none" w="med" len="med"/>
                      <a:tailEnd type="none" w="med" len="med"/>
                    </a:lnT>
                    <a:lnB cmpd="sng" algn="ctr" cap="flat" w="12668">
                      <a:solidFill>
                        <a:srgbClr val="BFBFBF"/>
                      </a:solidFill>
                      <a:prstDash val="solid"/>
                      <a:round/>
                      <a:headEnd type="none" w="med" len="med"/>
                      <a:tailEnd type="none" w="med" len="med"/>
                    </a:lnB>
                    <a:solidFill>
                      <a:srgbClr val="FFFFFF"/>
                    </a:solidFill>
                  </a:tcPr>
                </a:tc>
              </a:tr>
              <a:tr h="734786">
                <a:tc>
                  <a:txBody>
                    <a:bodyPr anchor="t" rtlCol="false"/>
                    <a:lstStyle/>
                    <a:p>
                      <a:pPr algn="ctr">
                        <a:lnSpc>
                          <a:spcPts val="2800"/>
                        </a:lnSpc>
                        <a:defRPr/>
                      </a:pPr>
                      <a:r>
                        <a:rPr lang="en-US" sz="2000">
                          <a:solidFill>
                            <a:srgbClr val="000000"/>
                          </a:solidFill>
                          <a:latin typeface="Open Sans"/>
                          <a:ea typeface="Open Sans"/>
                          <a:cs typeface="Open Sans"/>
                          <a:sym typeface="Open Sans"/>
                        </a:rPr>
                        <a:t>6</a:t>
                      </a:r>
                      <a:endParaRPr lang="en-US" sz="1100"/>
                    </a:p>
                  </a:txBody>
                  <a:tcPr marL="76200" marR="76200" marT="76200" marB="76200" anchor="ctr">
                    <a:lnL cmpd="sng" algn="ctr" cap="flat" w="12668">
                      <a:solidFill>
                        <a:srgbClr val="BFBFBF"/>
                      </a:solidFill>
                      <a:prstDash val="solid"/>
                      <a:round/>
                      <a:headEnd type="none" w="med" len="med"/>
                      <a:tailEnd type="none" w="med" len="med"/>
                    </a:lnL>
                    <a:lnR cmpd="sng" algn="ctr" cap="flat" w="12668">
                      <a:solidFill>
                        <a:srgbClr val="BFBFBF"/>
                      </a:solidFill>
                      <a:prstDash val="solid"/>
                      <a:round/>
                      <a:headEnd type="none" w="med" len="med"/>
                      <a:tailEnd type="none" w="med" len="med"/>
                    </a:lnR>
                    <a:lnT cmpd="sng" algn="ctr" cap="flat" w="12668">
                      <a:solidFill>
                        <a:srgbClr val="BFBFBF"/>
                      </a:solidFill>
                      <a:prstDash val="solid"/>
                      <a:round/>
                      <a:headEnd type="none" w="med" len="med"/>
                      <a:tailEnd type="none" w="med" len="med"/>
                    </a:lnT>
                    <a:lnB cmpd="sng" algn="ctr" cap="flat" w="12668">
                      <a:solidFill>
                        <a:srgbClr val="BFBFBF"/>
                      </a:solidFill>
                      <a:prstDash val="solid"/>
                      <a:round/>
                      <a:headEnd type="none" w="med" len="med"/>
                      <a:tailEnd type="none" w="med" len="med"/>
                    </a:lnB>
                    <a:solidFill>
                      <a:srgbClr val="FFFFFF"/>
                    </a:solidFill>
                  </a:tcPr>
                </a:tc>
                <a:tc>
                  <a:txBody>
                    <a:bodyPr anchor="t" rtlCol="false"/>
                    <a:lstStyle/>
                    <a:p>
                      <a:pPr algn="ctr">
                        <a:lnSpc>
                          <a:spcPts val="2800"/>
                        </a:lnSpc>
                        <a:defRPr/>
                      </a:pPr>
                      <a:r>
                        <a:rPr lang="en-US" sz="2000">
                          <a:solidFill>
                            <a:srgbClr val="000000"/>
                          </a:solidFill>
                          <a:latin typeface="Open Sans"/>
                          <a:ea typeface="Open Sans"/>
                          <a:cs typeface="Open Sans"/>
                          <a:sym typeface="Open Sans"/>
                        </a:rPr>
                        <a:t>Router Pelanggan A</a:t>
                      </a:r>
                      <a:endParaRPr lang="en-US" sz="1100"/>
                    </a:p>
                  </a:txBody>
                  <a:tcPr marL="76200" marR="76200" marT="76200" marB="76200" anchor="ctr">
                    <a:lnL cmpd="sng" algn="ctr" cap="flat" w="12668">
                      <a:solidFill>
                        <a:srgbClr val="BFBFBF"/>
                      </a:solidFill>
                      <a:prstDash val="solid"/>
                      <a:round/>
                      <a:headEnd type="none" w="med" len="med"/>
                      <a:tailEnd type="none" w="med" len="med"/>
                    </a:lnL>
                    <a:lnR cmpd="sng" algn="ctr" cap="flat" w="12668">
                      <a:solidFill>
                        <a:srgbClr val="BFBFBF"/>
                      </a:solidFill>
                      <a:prstDash val="solid"/>
                      <a:round/>
                      <a:headEnd type="none" w="med" len="med"/>
                      <a:tailEnd type="none" w="med" len="med"/>
                    </a:lnR>
                    <a:lnT cmpd="sng" algn="ctr" cap="flat" w="12668">
                      <a:solidFill>
                        <a:srgbClr val="BFBFBF"/>
                      </a:solidFill>
                      <a:prstDash val="solid"/>
                      <a:round/>
                      <a:headEnd type="none" w="med" len="med"/>
                      <a:tailEnd type="none" w="med" len="med"/>
                    </a:lnT>
                    <a:lnB cmpd="sng" algn="ctr" cap="flat" w="12668">
                      <a:solidFill>
                        <a:srgbClr val="BFBFBF"/>
                      </a:solidFill>
                      <a:prstDash val="solid"/>
                      <a:round/>
                      <a:headEnd type="none" w="med" len="med"/>
                      <a:tailEnd type="none" w="med" len="med"/>
                    </a:lnB>
                    <a:solidFill>
                      <a:srgbClr val="FFFFFF"/>
                    </a:solidFill>
                  </a:tcPr>
                </a:tc>
                <a:tc>
                  <a:txBody>
                    <a:bodyPr anchor="t" rtlCol="false"/>
                    <a:lstStyle/>
                    <a:p>
                      <a:pPr algn="ctr">
                        <a:lnSpc>
                          <a:spcPts val="2800"/>
                        </a:lnSpc>
                        <a:defRPr/>
                      </a:pPr>
                      <a:r>
                        <a:rPr lang="en-US" sz="2000">
                          <a:solidFill>
                            <a:srgbClr val="000000"/>
                          </a:solidFill>
                          <a:latin typeface="Open Sans"/>
                          <a:ea typeface="Open Sans"/>
                          <a:cs typeface="Open Sans"/>
                          <a:sym typeface="Open Sans"/>
                        </a:rPr>
                        <a:t>ether1</a:t>
                      </a:r>
                      <a:endParaRPr lang="en-US" sz="1100"/>
                    </a:p>
                  </a:txBody>
                  <a:tcPr marL="76200" marR="76200" marT="76200" marB="76200" anchor="ctr">
                    <a:lnL cmpd="sng" algn="ctr" cap="flat" w="12668">
                      <a:solidFill>
                        <a:srgbClr val="BFBFBF"/>
                      </a:solidFill>
                      <a:prstDash val="solid"/>
                      <a:round/>
                      <a:headEnd type="none" w="med" len="med"/>
                      <a:tailEnd type="none" w="med" len="med"/>
                    </a:lnL>
                    <a:lnR cmpd="sng" algn="ctr" cap="flat" w="12668">
                      <a:solidFill>
                        <a:srgbClr val="BFBFBF"/>
                      </a:solidFill>
                      <a:prstDash val="solid"/>
                      <a:round/>
                      <a:headEnd type="none" w="med" len="med"/>
                      <a:tailEnd type="none" w="med" len="med"/>
                    </a:lnR>
                    <a:lnT cmpd="sng" algn="ctr" cap="flat" w="12668">
                      <a:solidFill>
                        <a:srgbClr val="BFBFBF"/>
                      </a:solidFill>
                      <a:prstDash val="solid"/>
                      <a:round/>
                      <a:headEnd type="none" w="med" len="med"/>
                      <a:tailEnd type="none" w="med" len="med"/>
                    </a:lnT>
                    <a:lnB cmpd="sng" algn="ctr" cap="flat" w="12668">
                      <a:solidFill>
                        <a:srgbClr val="BFBFBF"/>
                      </a:solidFill>
                      <a:prstDash val="solid"/>
                      <a:round/>
                      <a:headEnd type="none" w="med" len="med"/>
                      <a:tailEnd type="none" w="med" len="med"/>
                    </a:lnB>
                    <a:solidFill>
                      <a:srgbClr val="FFFFFF"/>
                    </a:solidFill>
                  </a:tcPr>
                </a:tc>
                <a:tc>
                  <a:txBody>
                    <a:bodyPr anchor="t" rtlCol="false"/>
                    <a:lstStyle/>
                    <a:p>
                      <a:pPr algn="ctr">
                        <a:lnSpc>
                          <a:spcPts val="2800"/>
                        </a:lnSpc>
                        <a:defRPr/>
                      </a:pPr>
                      <a:r>
                        <a:rPr lang="en-US" sz="2000">
                          <a:solidFill>
                            <a:srgbClr val="000000"/>
                          </a:solidFill>
                          <a:latin typeface="Open Sans"/>
                          <a:ea typeface="Open Sans"/>
                          <a:cs typeface="Open Sans"/>
                          <a:sym typeface="Open Sans"/>
                        </a:rPr>
                        <a:t>100.100.100.2</a:t>
                      </a:r>
                      <a:endParaRPr lang="en-US" sz="1100"/>
                    </a:p>
                  </a:txBody>
                  <a:tcPr marL="76200" marR="76200" marT="76200" marB="76200" anchor="ctr">
                    <a:lnL cmpd="sng" algn="ctr" cap="flat" w="12668">
                      <a:solidFill>
                        <a:srgbClr val="BFBFBF"/>
                      </a:solidFill>
                      <a:prstDash val="solid"/>
                      <a:round/>
                      <a:headEnd type="none" w="med" len="med"/>
                      <a:tailEnd type="none" w="med" len="med"/>
                    </a:lnL>
                    <a:lnR cmpd="sng" algn="ctr" cap="flat" w="12668">
                      <a:solidFill>
                        <a:srgbClr val="BFBFBF"/>
                      </a:solidFill>
                      <a:prstDash val="solid"/>
                      <a:round/>
                      <a:headEnd type="none" w="med" len="med"/>
                      <a:tailEnd type="none" w="med" len="med"/>
                    </a:lnR>
                    <a:lnT cmpd="sng" algn="ctr" cap="flat" w="12668">
                      <a:solidFill>
                        <a:srgbClr val="BFBFBF"/>
                      </a:solidFill>
                      <a:prstDash val="solid"/>
                      <a:round/>
                      <a:headEnd type="none" w="med" len="med"/>
                      <a:tailEnd type="none" w="med" len="med"/>
                    </a:lnT>
                    <a:lnB cmpd="sng" algn="ctr" cap="flat" w="12668">
                      <a:solidFill>
                        <a:srgbClr val="BFBFBF"/>
                      </a:solidFill>
                      <a:prstDash val="solid"/>
                      <a:round/>
                      <a:headEnd type="none" w="med" len="med"/>
                      <a:tailEnd type="none" w="med" len="med"/>
                    </a:lnB>
                    <a:solidFill>
                      <a:srgbClr val="FFFFFF"/>
                    </a:solidFill>
                  </a:tcPr>
                </a:tc>
                <a:tc>
                  <a:txBody>
                    <a:bodyPr anchor="t" rtlCol="false"/>
                    <a:lstStyle/>
                    <a:p>
                      <a:pPr algn="ctr">
                        <a:lnSpc>
                          <a:spcPts val="2800"/>
                        </a:lnSpc>
                        <a:defRPr/>
                      </a:pPr>
                      <a:r>
                        <a:rPr lang="en-US" sz="2000">
                          <a:solidFill>
                            <a:srgbClr val="000000"/>
                          </a:solidFill>
                          <a:latin typeface="Open Sans"/>
                          <a:ea typeface="Open Sans"/>
                          <a:cs typeface="Open Sans"/>
                          <a:sym typeface="Open Sans"/>
                        </a:rPr>
                        <a:t>/30</a:t>
                      </a:r>
                      <a:endParaRPr lang="en-US" sz="1100"/>
                    </a:p>
                  </a:txBody>
                  <a:tcPr marL="76200" marR="76200" marT="76200" marB="76200" anchor="ctr">
                    <a:lnL cmpd="sng" algn="ctr" cap="flat" w="12668">
                      <a:solidFill>
                        <a:srgbClr val="BFBFBF"/>
                      </a:solidFill>
                      <a:prstDash val="solid"/>
                      <a:round/>
                      <a:headEnd type="none" w="med" len="med"/>
                      <a:tailEnd type="none" w="med" len="med"/>
                    </a:lnL>
                    <a:lnR cmpd="sng" algn="ctr" cap="flat" w="12668">
                      <a:solidFill>
                        <a:srgbClr val="BFBFBF"/>
                      </a:solidFill>
                      <a:prstDash val="solid"/>
                      <a:round/>
                      <a:headEnd type="none" w="med" len="med"/>
                      <a:tailEnd type="none" w="med" len="med"/>
                    </a:lnR>
                    <a:lnT cmpd="sng" algn="ctr" cap="flat" w="12668">
                      <a:solidFill>
                        <a:srgbClr val="BFBFBF"/>
                      </a:solidFill>
                      <a:prstDash val="solid"/>
                      <a:round/>
                      <a:headEnd type="none" w="med" len="med"/>
                      <a:tailEnd type="none" w="med" len="med"/>
                    </a:lnT>
                    <a:lnB cmpd="sng" algn="ctr" cap="flat" w="12668">
                      <a:solidFill>
                        <a:srgbClr val="BFBFBF"/>
                      </a:solidFill>
                      <a:prstDash val="solid"/>
                      <a:round/>
                      <a:headEnd type="none" w="med" len="med"/>
                      <a:tailEnd type="none" w="med" len="med"/>
                    </a:lnB>
                    <a:solidFill>
                      <a:srgbClr val="FFFFFF"/>
                    </a:solidFill>
                  </a:tcPr>
                </a:tc>
                <a:tc>
                  <a:txBody>
                    <a:bodyPr anchor="t" rtlCol="false"/>
                    <a:lstStyle/>
                    <a:p>
                      <a:pPr algn="ctr">
                        <a:lnSpc>
                          <a:spcPts val="2800"/>
                        </a:lnSpc>
                        <a:defRPr/>
                      </a:pPr>
                      <a:r>
                        <a:rPr lang="en-US" sz="2000">
                          <a:solidFill>
                            <a:srgbClr val="000000"/>
                          </a:solidFill>
                          <a:latin typeface="Open Sans"/>
                          <a:ea typeface="Open Sans"/>
                          <a:cs typeface="Open Sans"/>
                          <a:sym typeface="Open Sans"/>
                        </a:rPr>
                        <a:t>100.100.100.1</a:t>
                      </a:r>
                      <a:endParaRPr lang="en-US" sz="1100"/>
                    </a:p>
                  </a:txBody>
                  <a:tcPr marL="76200" marR="76200" marT="76200" marB="76200" anchor="ctr">
                    <a:lnL cmpd="sng" algn="ctr" cap="flat" w="12668">
                      <a:solidFill>
                        <a:srgbClr val="BFBFBF"/>
                      </a:solidFill>
                      <a:prstDash val="solid"/>
                      <a:round/>
                      <a:headEnd type="none" w="med" len="med"/>
                      <a:tailEnd type="none" w="med" len="med"/>
                    </a:lnL>
                    <a:lnR cmpd="sng" algn="ctr" cap="flat" w="12668">
                      <a:solidFill>
                        <a:srgbClr val="BFBFBF"/>
                      </a:solidFill>
                      <a:prstDash val="solid"/>
                      <a:round/>
                      <a:headEnd type="none" w="med" len="med"/>
                      <a:tailEnd type="none" w="med" len="med"/>
                    </a:lnR>
                    <a:lnT cmpd="sng" algn="ctr" cap="flat" w="12668">
                      <a:solidFill>
                        <a:srgbClr val="BFBFBF"/>
                      </a:solidFill>
                      <a:prstDash val="solid"/>
                      <a:round/>
                      <a:headEnd type="none" w="med" len="med"/>
                      <a:tailEnd type="none" w="med" len="med"/>
                    </a:lnT>
                    <a:lnB cmpd="sng" algn="ctr" cap="flat" w="12668">
                      <a:solidFill>
                        <a:srgbClr val="BFBFBF"/>
                      </a:solidFill>
                      <a:prstDash val="solid"/>
                      <a:round/>
                      <a:headEnd type="none" w="med" len="med"/>
                      <a:tailEnd type="none" w="med" len="med"/>
                    </a:lnB>
                    <a:solidFill>
                      <a:srgbClr val="FFFFFF"/>
                    </a:solidFill>
                  </a:tcPr>
                </a:tc>
                <a:tc>
                  <a:txBody>
                    <a:bodyPr anchor="t" rtlCol="false"/>
                    <a:lstStyle/>
                    <a:p>
                      <a:pPr algn="ctr">
                        <a:lnSpc>
                          <a:spcPts val="2800"/>
                        </a:lnSpc>
                        <a:defRPr/>
                      </a:pPr>
                      <a:r>
                        <a:rPr lang="en-US" sz="2000">
                          <a:solidFill>
                            <a:srgbClr val="000000"/>
                          </a:solidFill>
                          <a:latin typeface="Open Sans"/>
                          <a:ea typeface="Open Sans"/>
                          <a:cs typeface="Open Sans"/>
                          <a:sym typeface="Open Sans"/>
                        </a:rPr>
                        <a:t>WAN, titik NAT, DNS 8.8.8.8</a:t>
                      </a:r>
                      <a:endParaRPr lang="en-US" sz="1100"/>
                    </a:p>
                  </a:txBody>
                  <a:tcPr marL="76200" marR="76200" marT="76200" marB="76200" anchor="ctr">
                    <a:lnL cmpd="sng" algn="ctr" cap="flat" w="12668">
                      <a:solidFill>
                        <a:srgbClr val="BFBFBF"/>
                      </a:solidFill>
                      <a:prstDash val="solid"/>
                      <a:round/>
                      <a:headEnd type="none" w="med" len="med"/>
                      <a:tailEnd type="none" w="med" len="med"/>
                    </a:lnL>
                    <a:lnR cmpd="sng" algn="ctr" cap="flat" w="12668">
                      <a:solidFill>
                        <a:srgbClr val="BFBFBF"/>
                      </a:solidFill>
                      <a:prstDash val="solid"/>
                      <a:round/>
                      <a:headEnd type="none" w="med" len="med"/>
                      <a:tailEnd type="none" w="med" len="med"/>
                    </a:lnR>
                    <a:lnT cmpd="sng" algn="ctr" cap="flat" w="12668">
                      <a:solidFill>
                        <a:srgbClr val="BFBFBF"/>
                      </a:solidFill>
                      <a:prstDash val="solid"/>
                      <a:round/>
                      <a:headEnd type="none" w="med" len="med"/>
                      <a:tailEnd type="none" w="med" len="med"/>
                    </a:lnT>
                    <a:lnB cmpd="sng" algn="ctr" cap="flat" w="12668">
                      <a:solidFill>
                        <a:srgbClr val="BFBFBF"/>
                      </a:solidFill>
                      <a:prstDash val="solid"/>
                      <a:round/>
                      <a:headEnd type="none" w="med" len="med"/>
                      <a:tailEnd type="none" w="med" len="med"/>
                    </a:lnB>
                    <a:solidFill>
                      <a:srgbClr val="FFFFFF"/>
                    </a:solidFill>
                  </a:tcPr>
                </a:tc>
              </a:tr>
              <a:tr h="734786">
                <a:tc>
                  <a:txBody>
                    <a:bodyPr anchor="t" rtlCol="false"/>
                    <a:lstStyle/>
                    <a:p>
                      <a:pPr algn="ctr">
                        <a:lnSpc>
                          <a:spcPts val="2800"/>
                        </a:lnSpc>
                        <a:defRPr/>
                      </a:pPr>
                      <a:r>
                        <a:rPr lang="en-US" sz="2000">
                          <a:solidFill>
                            <a:srgbClr val="000000"/>
                          </a:solidFill>
                          <a:latin typeface="Open Sans"/>
                          <a:ea typeface="Open Sans"/>
                          <a:cs typeface="Open Sans"/>
                          <a:sym typeface="Open Sans"/>
                        </a:rPr>
                        <a:t>7</a:t>
                      </a:r>
                      <a:endParaRPr lang="en-US" sz="1100"/>
                    </a:p>
                  </a:txBody>
                  <a:tcPr marL="76200" marR="76200" marT="76200" marB="76200" anchor="ctr">
                    <a:lnL cmpd="sng" algn="ctr" cap="flat" w="12668">
                      <a:solidFill>
                        <a:srgbClr val="BFBFBF"/>
                      </a:solidFill>
                      <a:prstDash val="solid"/>
                      <a:round/>
                      <a:headEnd type="none" w="med" len="med"/>
                      <a:tailEnd type="none" w="med" len="med"/>
                    </a:lnL>
                    <a:lnR cmpd="sng" algn="ctr" cap="flat" w="12668">
                      <a:solidFill>
                        <a:srgbClr val="BFBFBF"/>
                      </a:solidFill>
                      <a:prstDash val="solid"/>
                      <a:round/>
                      <a:headEnd type="none" w="med" len="med"/>
                      <a:tailEnd type="none" w="med" len="med"/>
                    </a:lnR>
                    <a:lnT cmpd="sng" algn="ctr" cap="flat" w="12668">
                      <a:solidFill>
                        <a:srgbClr val="BFBFBF"/>
                      </a:solidFill>
                      <a:prstDash val="solid"/>
                      <a:round/>
                      <a:headEnd type="none" w="med" len="med"/>
                      <a:tailEnd type="none" w="med" len="med"/>
                    </a:lnT>
                    <a:lnB cmpd="sng" algn="ctr" cap="flat" w="12668">
                      <a:solidFill>
                        <a:srgbClr val="BFBFBF"/>
                      </a:solidFill>
                      <a:prstDash val="solid"/>
                      <a:round/>
                      <a:headEnd type="none" w="med" len="med"/>
                      <a:tailEnd type="none" w="med" len="med"/>
                    </a:lnB>
                    <a:solidFill>
                      <a:srgbClr val="FFFFFF"/>
                    </a:solidFill>
                  </a:tcPr>
                </a:tc>
                <a:tc>
                  <a:txBody>
                    <a:bodyPr anchor="t" rtlCol="false"/>
                    <a:lstStyle/>
                    <a:p>
                      <a:pPr algn="ctr">
                        <a:lnSpc>
                          <a:spcPts val="2800"/>
                        </a:lnSpc>
                        <a:defRPr/>
                      </a:pPr>
                      <a:r>
                        <a:rPr lang="en-US" sz="2000">
                          <a:solidFill>
                            <a:srgbClr val="000000"/>
                          </a:solidFill>
                          <a:latin typeface="Open Sans"/>
                          <a:ea typeface="Open Sans"/>
                          <a:cs typeface="Open Sans"/>
                          <a:sym typeface="Open Sans"/>
                        </a:rPr>
                        <a:t>Router Pelanggan A</a:t>
                      </a:r>
                      <a:endParaRPr lang="en-US" sz="1100"/>
                    </a:p>
                  </a:txBody>
                  <a:tcPr marL="76200" marR="76200" marT="76200" marB="76200" anchor="ctr">
                    <a:lnL cmpd="sng" algn="ctr" cap="flat" w="12668">
                      <a:solidFill>
                        <a:srgbClr val="BFBFBF"/>
                      </a:solidFill>
                      <a:prstDash val="solid"/>
                      <a:round/>
                      <a:headEnd type="none" w="med" len="med"/>
                      <a:tailEnd type="none" w="med" len="med"/>
                    </a:lnL>
                    <a:lnR cmpd="sng" algn="ctr" cap="flat" w="12668">
                      <a:solidFill>
                        <a:srgbClr val="BFBFBF"/>
                      </a:solidFill>
                      <a:prstDash val="solid"/>
                      <a:round/>
                      <a:headEnd type="none" w="med" len="med"/>
                      <a:tailEnd type="none" w="med" len="med"/>
                    </a:lnR>
                    <a:lnT cmpd="sng" algn="ctr" cap="flat" w="12668">
                      <a:solidFill>
                        <a:srgbClr val="BFBFBF"/>
                      </a:solidFill>
                      <a:prstDash val="solid"/>
                      <a:round/>
                      <a:headEnd type="none" w="med" len="med"/>
                      <a:tailEnd type="none" w="med" len="med"/>
                    </a:lnT>
                    <a:lnB cmpd="sng" algn="ctr" cap="flat" w="12668">
                      <a:solidFill>
                        <a:srgbClr val="BFBFBF"/>
                      </a:solidFill>
                      <a:prstDash val="solid"/>
                      <a:round/>
                      <a:headEnd type="none" w="med" len="med"/>
                      <a:tailEnd type="none" w="med" len="med"/>
                    </a:lnB>
                    <a:solidFill>
                      <a:srgbClr val="FFFFFF"/>
                    </a:solidFill>
                  </a:tcPr>
                </a:tc>
                <a:tc>
                  <a:txBody>
                    <a:bodyPr anchor="t" rtlCol="false"/>
                    <a:lstStyle/>
                    <a:p>
                      <a:pPr algn="ctr">
                        <a:lnSpc>
                          <a:spcPts val="2800"/>
                        </a:lnSpc>
                        <a:defRPr/>
                      </a:pPr>
                      <a:r>
                        <a:rPr lang="en-US" sz="2000">
                          <a:solidFill>
                            <a:srgbClr val="000000"/>
                          </a:solidFill>
                          <a:latin typeface="Open Sans"/>
                          <a:ea typeface="Open Sans"/>
                          <a:cs typeface="Open Sans"/>
                          <a:sym typeface="Open Sans"/>
                        </a:rPr>
                        <a:t>ether2</a:t>
                      </a:r>
                      <a:endParaRPr lang="en-US" sz="1100"/>
                    </a:p>
                  </a:txBody>
                  <a:tcPr marL="76200" marR="76200" marT="76200" marB="76200" anchor="ctr">
                    <a:lnL cmpd="sng" algn="ctr" cap="flat" w="12668">
                      <a:solidFill>
                        <a:srgbClr val="BFBFBF"/>
                      </a:solidFill>
                      <a:prstDash val="solid"/>
                      <a:round/>
                      <a:headEnd type="none" w="med" len="med"/>
                      <a:tailEnd type="none" w="med" len="med"/>
                    </a:lnL>
                    <a:lnR cmpd="sng" algn="ctr" cap="flat" w="12668">
                      <a:solidFill>
                        <a:srgbClr val="BFBFBF"/>
                      </a:solidFill>
                      <a:prstDash val="solid"/>
                      <a:round/>
                      <a:headEnd type="none" w="med" len="med"/>
                      <a:tailEnd type="none" w="med" len="med"/>
                    </a:lnR>
                    <a:lnT cmpd="sng" algn="ctr" cap="flat" w="12668">
                      <a:solidFill>
                        <a:srgbClr val="BFBFBF"/>
                      </a:solidFill>
                      <a:prstDash val="solid"/>
                      <a:round/>
                      <a:headEnd type="none" w="med" len="med"/>
                      <a:tailEnd type="none" w="med" len="med"/>
                    </a:lnT>
                    <a:lnB cmpd="sng" algn="ctr" cap="flat" w="12668">
                      <a:solidFill>
                        <a:srgbClr val="BFBFBF"/>
                      </a:solidFill>
                      <a:prstDash val="solid"/>
                      <a:round/>
                      <a:headEnd type="none" w="med" len="med"/>
                      <a:tailEnd type="none" w="med" len="med"/>
                    </a:lnB>
                    <a:solidFill>
                      <a:srgbClr val="FFFFFF"/>
                    </a:solidFill>
                  </a:tcPr>
                </a:tc>
                <a:tc>
                  <a:txBody>
                    <a:bodyPr anchor="t" rtlCol="false"/>
                    <a:lstStyle/>
                    <a:p>
                      <a:pPr algn="ctr">
                        <a:lnSpc>
                          <a:spcPts val="2800"/>
                        </a:lnSpc>
                        <a:defRPr/>
                      </a:pPr>
                      <a:r>
                        <a:rPr lang="en-US" sz="2000">
                          <a:solidFill>
                            <a:srgbClr val="000000"/>
                          </a:solidFill>
                          <a:latin typeface="Open Sans"/>
                          <a:ea typeface="Open Sans"/>
                          <a:cs typeface="Open Sans"/>
                          <a:sym typeface="Open Sans"/>
                        </a:rPr>
                        <a:t>192.168.10.1</a:t>
                      </a:r>
                      <a:endParaRPr lang="en-US" sz="1100"/>
                    </a:p>
                  </a:txBody>
                  <a:tcPr marL="76200" marR="76200" marT="76200" marB="76200" anchor="ctr">
                    <a:lnL cmpd="sng" algn="ctr" cap="flat" w="12668">
                      <a:solidFill>
                        <a:srgbClr val="BFBFBF"/>
                      </a:solidFill>
                      <a:prstDash val="solid"/>
                      <a:round/>
                      <a:headEnd type="none" w="med" len="med"/>
                      <a:tailEnd type="none" w="med" len="med"/>
                    </a:lnL>
                    <a:lnR cmpd="sng" algn="ctr" cap="flat" w="12668">
                      <a:solidFill>
                        <a:srgbClr val="BFBFBF"/>
                      </a:solidFill>
                      <a:prstDash val="solid"/>
                      <a:round/>
                      <a:headEnd type="none" w="med" len="med"/>
                      <a:tailEnd type="none" w="med" len="med"/>
                    </a:lnR>
                    <a:lnT cmpd="sng" algn="ctr" cap="flat" w="12668">
                      <a:solidFill>
                        <a:srgbClr val="BFBFBF"/>
                      </a:solidFill>
                      <a:prstDash val="solid"/>
                      <a:round/>
                      <a:headEnd type="none" w="med" len="med"/>
                      <a:tailEnd type="none" w="med" len="med"/>
                    </a:lnT>
                    <a:lnB cmpd="sng" algn="ctr" cap="flat" w="12668">
                      <a:solidFill>
                        <a:srgbClr val="BFBFBF"/>
                      </a:solidFill>
                      <a:prstDash val="solid"/>
                      <a:round/>
                      <a:headEnd type="none" w="med" len="med"/>
                      <a:tailEnd type="none" w="med" len="med"/>
                    </a:lnB>
                    <a:solidFill>
                      <a:srgbClr val="FFFFFF"/>
                    </a:solidFill>
                  </a:tcPr>
                </a:tc>
                <a:tc>
                  <a:txBody>
                    <a:bodyPr anchor="t" rtlCol="false"/>
                    <a:lstStyle/>
                    <a:p>
                      <a:pPr algn="ctr">
                        <a:lnSpc>
                          <a:spcPts val="2800"/>
                        </a:lnSpc>
                        <a:defRPr/>
                      </a:pPr>
                      <a:r>
                        <a:rPr lang="en-US" sz="2000">
                          <a:solidFill>
                            <a:srgbClr val="000000"/>
                          </a:solidFill>
                          <a:latin typeface="Open Sans"/>
                          <a:ea typeface="Open Sans"/>
                          <a:cs typeface="Open Sans"/>
                          <a:sym typeface="Open Sans"/>
                        </a:rPr>
                        <a:t>/24</a:t>
                      </a:r>
                      <a:endParaRPr lang="en-US" sz="1100"/>
                    </a:p>
                  </a:txBody>
                  <a:tcPr marL="76200" marR="76200" marT="76200" marB="76200" anchor="ctr">
                    <a:lnL cmpd="sng" algn="ctr" cap="flat" w="12668">
                      <a:solidFill>
                        <a:srgbClr val="BFBFBF"/>
                      </a:solidFill>
                      <a:prstDash val="solid"/>
                      <a:round/>
                      <a:headEnd type="none" w="med" len="med"/>
                      <a:tailEnd type="none" w="med" len="med"/>
                    </a:lnL>
                    <a:lnR cmpd="sng" algn="ctr" cap="flat" w="12668">
                      <a:solidFill>
                        <a:srgbClr val="BFBFBF"/>
                      </a:solidFill>
                      <a:prstDash val="solid"/>
                      <a:round/>
                      <a:headEnd type="none" w="med" len="med"/>
                      <a:tailEnd type="none" w="med" len="med"/>
                    </a:lnR>
                    <a:lnT cmpd="sng" algn="ctr" cap="flat" w="12668">
                      <a:solidFill>
                        <a:srgbClr val="BFBFBF"/>
                      </a:solidFill>
                      <a:prstDash val="solid"/>
                      <a:round/>
                      <a:headEnd type="none" w="med" len="med"/>
                      <a:tailEnd type="none" w="med" len="med"/>
                    </a:lnT>
                    <a:lnB cmpd="sng" algn="ctr" cap="flat" w="12668">
                      <a:solidFill>
                        <a:srgbClr val="BFBFBF"/>
                      </a:solidFill>
                      <a:prstDash val="solid"/>
                      <a:round/>
                      <a:headEnd type="none" w="med" len="med"/>
                      <a:tailEnd type="none" w="med" len="med"/>
                    </a:lnB>
                    <a:solidFill>
                      <a:srgbClr val="FFFFFF"/>
                    </a:solidFill>
                  </a:tcPr>
                </a:tc>
                <a:tc>
                  <a:txBody>
                    <a:bodyPr anchor="t" rtlCol="false"/>
                    <a:lstStyle/>
                    <a:p>
                      <a:pPr algn="ctr">
                        <a:lnSpc>
                          <a:spcPts val="2800"/>
                        </a:lnSpc>
                        <a:defRPr/>
                      </a:pPr>
                      <a:r>
                        <a:rPr lang="en-US" sz="2000">
                          <a:solidFill>
                            <a:srgbClr val="000000"/>
                          </a:solidFill>
                          <a:latin typeface="Open Sans"/>
                          <a:ea typeface="Open Sans"/>
                          <a:cs typeface="Open Sans"/>
                          <a:sym typeface="Open Sans"/>
                        </a:rPr>
                        <a:t>-</a:t>
                      </a:r>
                      <a:endParaRPr lang="en-US" sz="1100"/>
                    </a:p>
                  </a:txBody>
                  <a:tcPr marL="76200" marR="76200" marT="76200" marB="76200" anchor="ctr">
                    <a:lnL cmpd="sng" algn="ctr" cap="flat" w="12668">
                      <a:solidFill>
                        <a:srgbClr val="BFBFBF"/>
                      </a:solidFill>
                      <a:prstDash val="solid"/>
                      <a:round/>
                      <a:headEnd type="none" w="med" len="med"/>
                      <a:tailEnd type="none" w="med" len="med"/>
                    </a:lnL>
                    <a:lnR cmpd="sng" algn="ctr" cap="flat" w="12668">
                      <a:solidFill>
                        <a:srgbClr val="BFBFBF"/>
                      </a:solidFill>
                      <a:prstDash val="solid"/>
                      <a:round/>
                      <a:headEnd type="none" w="med" len="med"/>
                      <a:tailEnd type="none" w="med" len="med"/>
                    </a:lnR>
                    <a:lnT cmpd="sng" algn="ctr" cap="flat" w="12668">
                      <a:solidFill>
                        <a:srgbClr val="BFBFBF"/>
                      </a:solidFill>
                      <a:prstDash val="solid"/>
                      <a:round/>
                      <a:headEnd type="none" w="med" len="med"/>
                      <a:tailEnd type="none" w="med" len="med"/>
                    </a:lnT>
                    <a:lnB cmpd="sng" algn="ctr" cap="flat" w="12668">
                      <a:solidFill>
                        <a:srgbClr val="BFBFBF"/>
                      </a:solidFill>
                      <a:prstDash val="solid"/>
                      <a:round/>
                      <a:headEnd type="none" w="med" len="med"/>
                      <a:tailEnd type="none" w="med" len="med"/>
                    </a:lnB>
                    <a:solidFill>
                      <a:srgbClr val="FFFFFF"/>
                    </a:solidFill>
                  </a:tcPr>
                </a:tc>
                <a:tc>
                  <a:txBody>
                    <a:bodyPr anchor="t" rtlCol="false"/>
                    <a:lstStyle/>
                    <a:p>
                      <a:pPr algn="ctr">
                        <a:lnSpc>
                          <a:spcPts val="2800"/>
                        </a:lnSpc>
                        <a:defRPr/>
                      </a:pPr>
                      <a:r>
                        <a:rPr lang="en-US" sz="2000">
                          <a:solidFill>
                            <a:srgbClr val="000000"/>
                          </a:solidFill>
                          <a:latin typeface="Open Sans"/>
                          <a:ea typeface="Open Sans"/>
                          <a:cs typeface="Open Sans"/>
                          <a:sym typeface="Open Sans"/>
                        </a:rPr>
                        <a:t>Gateway LAN A</a:t>
                      </a:r>
                      <a:endParaRPr lang="en-US" sz="1100"/>
                    </a:p>
                  </a:txBody>
                  <a:tcPr marL="76200" marR="76200" marT="76200" marB="76200" anchor="ctr">
                    <a:lnL cmpd="sng" algn="ctr" cap="flat" w="12668">
                      <a:solidFill>
                        <a:srgbClr val="BFBFBF"/>
                      </a:solidFill>
                      <a:prstDash val="solid"/>
                      <a:round/>
                      <a:headEnd type="none" w="med" len="med"/>
                      <a:tailEnd type="none" w="med" len="med"/>
                    </a:lnL>
                    <a:lnR cmpd="sng" algn="ctr" cap="flat" w="12668">
                      <a:solidFill>
                        <a:srgbClr val="BFBFBF"/>
                      </a:solidFill>
                      <a:prstDash val="solid"/>
                      <a:round/>
                      <a:headEnd type="none" w="med" len="med"/>
                      <a:tailEnd type="none" w="med" len="med"/>
                    </a:lnR>
                    <a:lnT cmpd="sng" algn="ctr" cap="flat" w="12668">
                      <a:solidFill>
                        <a:srgbClr val="BFBFBF"/>
                      </a:solidFill>
                      <a:prstDash val="solid"/>
                      <a:round/>
                      <a:headEnd type="none" w="med" len="med"/>
                      <a:tailEnd type="none" w="med" len="med"/>
                    </a:lnT>
                    <a:lnB cmpd="sng" algn="ctr" cap="flat" w="12668">
                      <a:solidFill>
                        <a:srgbClr val="BFBFBF"/>
                      </a:solidFill>
                      <a:prstDash val="solid"/>
                      <a:round/>
                      <a:headEnd type="none" w="med" len="med"/>
                      <a:tailEnd type="none" w="med" len="med"/>
                    </a:lnB>
                    <a:solidFill>
                      <a:srgbClr val="FFFFFF"/>
                    </a:solidFill>
                  </a:tcPr>
                </a:tc>
              </a:tr>
              <a:tr h="734786">
                <a:tc>
                  <a:txBody>
                    <a:bodyPr anchor="t" rtlCol="false"/>
                    <a:lstStyle/>
                    <a:p>
                      <a:pPr algn="ctr">
                        <a:lnSpc>
                          <a:spcPts val="2800"/>
                        </a:lnSpc>
                        <a:defRPr/>
                      </a:pPr>
                      <a:r>
                        <a:rPr lang="en-US" sz="2000">
                          <a:solidFill>
                            <a:srgbClr val="000000"/>
                          </a:solidFill>
                          <a:latin typeface="Open Sans"/>
                          <a:ea typeface="Open Sans"/>
                          <a:cs typeface="Open Sans"/>
                          <a:sym typeface="Open Sans"/>
                        </a:rPr>
                        <a:t>8</a:t>
                      </a:r>
                      <a:endParaRPr lang="en-US" sz="1100"/>
                    </a:p>
                  </a:txBody>
                  <a:tcPr marL="76200" marR="76200" marT="76200" marB="76200" anchor="ctr">
                    <a:lnL cmpd="sng" algn="ctr" cap="flat" w="12668">
                      <a:solidFill>
                        <a:srgbClr val="BFBFBF"/>
                      </a:solidFill>
                      <a:prstDash val="solid"/>
                      <a:round/>
                      <a:headEnd type="none" w="med" len="med"/>
                      <a:tailEnd type="none" w="med" len="med"/>
                    </a:lnL>
                    <a:lnR cmpd="sng" algn="ctr" cap="flat" w="12668">
                      <a:solidFill>
                        <a:srgbClr val="BFBFBF"/>
                      </a:solidFill>
                      <a:prstDash val="solid"/>
                      <a:round/>
                      <a:headEnd type="none" w="med" len="med"/>
                      <a:tailEnd type="none" w="med" len="med"/>
                    </a:lnR>
                    <a:lnT cmpd="sng" algn="ctr" cap="flat" w="12668">
                      <a:solidFill>
                        <a:srgbClr val="BFBFBF"/>
                      </a:solidFill>
                      <a:prstDash val="solid"/>
                      <a:round/>
                      <a:headEnd type="none" w="med" len="med"/>
                      <a:tailEnd type="none" w="med" len="med"/>
                    </a:lnT>
                    <a:lnB cmpd="sng" algn="ctr" cap="flat" w="12668">
                      <a:solidFill>
                        <a:srgbClr val="BFBFBF"/>
                      </a:solidFill>
                      <a:prstDash val="solid"/>
                      <a:round/>
                      <a:headEnd type="none" w="med" len="med"/>
                      <a:tailEnd type="none" w="med" len="med"/>
                    </a:lnB>
                    <a:solidFill>
                      <a:srgbClr val="FFFFFF"/>
                    </a:solidFill>
                  </a:tcPr>
                </a:tc>
                <a:tc>
                  <a:txBody>
                    <a:bodyPr anchor="t" rtlCol="false"/>
                    <a:lstStyle/>
                    <a:p>
                      <a:pPr algn="ctr">
                        <a:lnSpc>
                          <a:spcPts val="2800"/>
                        </a:lnSpc>
                        <a:defRPr/>
                      </a:pPr>
                      <a:r>
                        <a:rPr lang="en-US" sz="2000">
                          <a:solidFill>
                            <a:srgbClr val="000000"/>
                          </a:solidFill>
                          <a:latin typeface="Open Sans"/>
                          <a:ea typeface="Open Sans"/>
                          <a:cs typeface="Open Sans"/>
                          <a:sym typeface="Open Sans"/>
                        </a:rPr>
                        <a:t>Router Pelanggan B</a:t>
                      </a:r>
                      <a:endParaRPr lang="en-US" sz="1100"/>
                    </a:p>
                  </a:txBody>
                  <a:tcPr marL="76200" marR="76200" marT="76200" marB="76200" anchor="ctr">
                    <a:lnL cmpd="sng" algn="ctr" cap="flat" w="12668">
                      <a:solidFill>
                        <a:srgbClr val="BFBFBF"/>
                      </a:solidFill>
                      <a:prstDash val="solid"/>
                      <a:round/>
                      <a:headEnd type="none" w="med" len="med"/>
                      <a:tailEnd type="none" w="med" len="med"/>
                    </a:lnL>
                    <a:lnR cmpd="sng" algn="ctr" cap="flat" w="12668">
                      <a:solidFill>
                        <a:srgbClr val="BFBFBF"/>
                      </a:solidFill>
                      <a:prstDash val="solid"/>
                      <a:round/>
                      <a:headEnd type="none" w="med" len="med"/>
                      <a:tailEnd type="none" w="med" len="med"/>
                    </a:lnR>
                    <a:lnT cmpd="sng" algn="ctr" cap="flat" w="12668">
                      <a:solidFill>
                        <a:srgbClr val="BFBFBF"/>
                      </a:solidFill>
                      <a:prstDash val="solid"/>
                      <a:round/>
                      <a:headEnd type="none" w="med" len="med"/>
                      <a:tailEnd type="none" w="med" len="med"/>
                    </a:lnT>
                    <a:lnB cmpd="sng" algn="ctr" cap="flat" w="12668">
                      <a:solidFill>
                        <a:srgbClr val="BFBFBF"/>
                      </a:solidFill>
                      <a:prstDash val="solid"/>
                      <a:round/>
                      <a:headEnd type="none" w="med" len="med"/>
                      <a:tailEnd type="none" w="med" len="med"/>
                    </a:lnB>
                    <a:solidFill>
                      <a:srgbClr val="FFFFFF"/>
                    </a:solidFill>
                  </a:tcPr>
                </a:tc>
                <a:tc>
                  <a:txBody>
                    <a:bodyPr anchor="t" rtlCol="false"/>
                    <a:lstStyle/>
                    <a:p>
                      <a:pPr algn="ctr">
                        <a:lnSpc>
                          <a:spcPts val="2800"/>
                        </a:lnSpc>
                        <a:defRPr/>
                      </a:pPr>
                      <a:r>
                        <a:rPr lang="en-US" sz="2000">
                          <a:solidFill>
                            <a:srgbClr val="000000"/>
                          </a:solidFill>
                          <a:latin typeface="Open Sans"/>
                          <a:ea typeface="Open Sans"/>
                          <a:cs typeface="Open Sans"/>
                          <a:sym typeface="Open Sans"/>
                        </a:rPr>
                        <a:t>ether1</a:t>
                      </a:r>
                      <a:endParaRPr lang="en-US" sz="1100"/>
                    </a:p>
                  </a:txBody>
                  <a:tcPr marL="76200" marR="76200" marT="76200" marB="76200" anchor="ctr">
                    <a:lnL cmpd="sng" algn="ctr" cap="flat" w="12668">
                      <a:solidFill>
                        <a:srgbClr val="BFBFBF"/>
                      </a:solidFill>
                      <a:prstDash val="solid"/>
                      <a:round/>
                      <a:headEnd type="none" w="med" len="med"/>
                      <a:tailEnd type="none" w="med" len="med"/>
                    </a:lnL>
                    <a:lnR cmpd="sng" algn="ctr" cap="flat" w="12668">
                      <a:solidFill>
                        <a:srgbClr val="BFBFBF"/>
                      </a:solidFill>
                      <a:prstDash val="solid"/>
                      <a:round/>
                      <a:headEnd type="none" w="med" len="med"/>
                      <a:tailEnd type="none" w="med" len="med"/>
                    </a:lnR>
                    <a:lnT cmpd="sng" algn="ctr" cap="flat" w="12668">
                      <a:solidFill>
                        <a:srgbClr val="BFBFBF"/>
                      </a:solidFill>
                      <a:prstDash val="solid"/>
                      <a:round/>
                      <a:headEnd type="none" w="med" len="med"/>
                      <a:tailEnd type="none" w="med" len="med"/>
                    </a:lnT>
                    <a:lnB cmpd="sng" algn="ctr" cap="flat" w="12668">
                      <a:solidFill>
                        <a:srgbClr val="BFBFBF"/>
                      </a:solidFill>
                      <a:prstDash val="solid"/>
                      <a:round/>
                      <a:headEnd type="none" w="med" len="med"/>
                      <a:tailEnd type="none" w="med" len="med"/>
                    </a:lnB>
                    <a:solidFill>
                      <a:srgbClr val="FFFFFF"/>
                    </a:solidFill>
                  </a:tcPr>
                </a:tc>
                <a:tc>
                  <a:txBody>
                    <a:bodyPr anchor="t" rtlCol="false"/>
                    <a:lstStyle/>
                    <a:p>
                      <a:pPr algn="ctr">
                        <a:lnSpc>
                          <a:spcPts val="2800"/>
                        </a:lnSpc>
                        <a:defRPr/>
                      </a:pPr>
                      <a:r>
                        <a:rPr lang="en-US" sz="2000">
                          <a:solidFill>
                            <a:srgbClr val="000000"/>
                          </a:solidFill>
                          <a:latin typeface="Open Sans"/>
                          <a:ea typeface="Open Sans"/>
                          <a:cs typeface="Open Sans"/>
                          <a:sym typeface="Open Sans"/>
                        </a:rPr>
                        <a:t>100.100.100.6</a:t>
                      </a:r>
                      <a:endParaRPr lang="en-US" sz="1100"/>
                    </a:p>
                  </a:txBody>
                  <a:tcPr marL="76200" marR="76200" marT="76200" marB="76200" anchor="ctr">
                    <a:lnL cmpd="sng" algn="ctr" cap="flat" w="12668">
                      <a:solidFill>
                        <a:srgbClr val="BFBFBF"/>
                      </a:solidFill>
                      <a:prstDash val="solid"/>
                      <a:round/>
                      <a:headEnd type="none" w="med" len="med"/>
                      <a:tailEnd type="none" w="med" len="med"/>
                    </a:lnL>
                    <a:lnR cmpd="sng" algn="ctr" cap="flat" w="12668">
                      <a:solidFill>
                        <a:srgbClr val="BFBFBF"/>
                      </a:solidFill>
                      <a:prstDash val="solid"/>
                      <a:round/>
                      <a:headEnd type="none" w="med" len="med"/>
                      <a:tailEnd type="none" w="med" len="med"/>
                    </a:lnR>
                    <a:lnT cmpd="sng" algn="ctr" cap="flat" w="12668">
                      <a:solidFill>
                        <a:srgbClr val="BFBFBF"/>
                      </a:solidFill>
                      <a:prstDash val="solid"/>
                      <a:round/>
                      <a:headEnd type="none" w="med" len="med"/>
                      <a:tailEnd type="none" w="med" len="med"/>
                    </a:lnT>
                    <a:lnB cmpd="sng" algn="ctr" cap="flat" w="12668">
                      <a:solidFill>
                        <a:srgbClr val="BFBFBF"/>
                      </a:solidFill>
                      <a:prstDash val="solid"/>
                      <a:round/>
                      <a:headEnd type="none" w="med" len="med"/>
                      <a:tailEnd type="none" w="med" len="med"/>
                    </a:lnB>
                    <a:solidFill>
                      <a:srgbClr val="FFFFFF"/>
                    </a:solidFill>
                  </a:tcPr>
                </a:tc>
                <a:tc>
                  <a:txBody>
                    <a:bodyPr anchor="t" rtlCol="false"/>
                    <a:lstStyle/>
                    <a:p>
                      <a:pPr algn="ctr">
                        <a:lnSpc>
                          <a:spcPts val="2800"/>
                        </a:lnSpc>
                        <a:defRPr/>
                      </a:pPr>
                      <a:r>
                        <a:rPr lang="en-US" sz="2000">
                          <a:solidFill>
                            <a:srgbClr val="000000"/>
                          </a:solidFill>
                          <a:latin typeface="Open Sans"/>
                          <a:ea typeface="Open Sans"/>
                          <a:cs typeface="Open Sans"/>
                          <a:sym typeface="Open Sans"/>
                        </a:rPr>
                        <a:t>/30</a:t>
                      </a:r>
                      <a:endParaRPr lang="en-US" sz="1100"/>
                    </a:p>
                  </a:txBody>
                  <a:tcPr marL="76200" marR="76200" marT="76200" marB="76200" anchor="ctr">
                    <a:lnL cmpd="sng" algn="ctr" cap="flat" w="12668">
                      <a:solidFill>
                        <a:srgbClr val="BFBFBF"/>
                      </a:solidFill>
                      <a:prstDash val="solid"/>
                      <a:round/>
                      <a:headEnd type="none" w="med" len="med"/>
                      <a:tailEnd type="none" w="med" len="med"/>
                    </a:lnL>
                    <a:lnR cmpd="sng" algn="ctr" cap="flat" w="12668">
                      <a:solidFill>
                        <a:srgbClr val="BFBFBF"/>
                      </a:solidFill>
                      <a:prstDash val="solid"/>
                      <a:round/>
                      <a:headEnd type="none" w="med" len="med"/>
                      <a:tailEnd type="none" w="med" len="med"/>
                    </a:lnR>
                    <a:lnT cmpd="sng" algn="ctr" cap="flat" w="12668">
                      <a:solidFill>
                        <a:srgbClr val="BFBFBF"/>
                      </a:solidFill>
                      <a:prstDash val="solid"/>
                      <a:round/>
                      <a:headEnd type="none" w="med" len="med"/>
                      <a:tailEnd type="none" w="med" len="med"/>
                    </a:lnT>
                    <a:lnB cmpd="sng" algn="ctr" cap="flat" w="12668">
                      <a:solidFill>
                        <a:srgbClr val="BFBFBF"/>
                      </a:solidFill>
                      <a:prstDash val="solid"/>
                      <a:round/>
                      <a:headEnd type="none" w="med" len="med"/>
                      <a:tailEnd type="none" w="med" len="med"/>
                    </a:lnB>
                    <a:solidFill>
                      <a:srgbClr val="FFFFFF"/>
                    </a:solidFill>
                  </a:tcPr>
                </a:tc>
                <a:tc>
                  <a:txBody>
                    <a:bodyPr anchor="t" rtlCol="false"/>
                    <a:lstStyle/>
                    <a:p>
                      <a:pPr algn="ctr">
                        <a:lnSpc>
                          <a:spcPts val="2800"/>
                        </a:lnSpc>
                        <a:defRPr/>
                      </a:pPr>
                      <a:r>
                        <a:rPr lang="en-US" sz="2000">
                          <a:solidFill>
                            <a:srgbClr val="000000"/>
                          </a:solidFill>
                          <a:latin typeface="Open Sans"/>
                          <a:ea typeface="Open Sans"/>
                          <a:cs typeface="Open Sans"/>
                          <a:sym typeface="Open Sans"/>
                        </a:rPr>
                        <a:t>100.100.100.5</a:t>
                      </a:r>
                      <a:endParaRPr lang="en-US" sz="1100"/>
                    </a:p>
                  </a:txBody>
                  <a:tcPr marL="76200" marR="76200" marT="76200" marB="76200" anchor="ctr">
                    <a:lnL cmpd="sng" algn="ctr" cap="flat" w="12668">
                      <a:solidFill>
                        <a:srgbClr val="BFBFBF"/>
                      </a:solidFill>
                      <a:prstDash val="solid"/>
                      <a:round/>
                      <a:headEnd type="none" w="med" len="med"/>
                      <a:tailEnd type="none" w="med" len="med"/>
                    </a:lnL>
                    <a:lnR cmpd="sng" algn="ctr" cap="flat" w="12668">
                      <a:solidFill>
                        <a:srgbClr val="BFBFBF"/>
                      </a:solidFill>
                      <a:prstDash val="solid"/>
                      <a:round/>
                      <a:headEnd type="none" w="med" len="med"/>
                      <a:tailEnd type="none" w="med" len="med"/>
                    </a:lnR>
                    <a:lnT cmpd="sng" algn="ctr" cap="flat" w="12668">
                      <a:solidFill>
                        <a:srgbClr val="BFBFBF"/>
                      </a:solidFill>
                      <a:prstDash val="solid"/>
                      <a:round/>
                      <a:headEnd type="none" w="med" len="med"/>
                      <a:tailEnd type="none" w="med" len="med"/>
                    </a:lnT>
                    <a:lnB cmpd="sng" algn="ctr" cap="flat" w="12668">
                      <a:solidFill>
                        <a:srgbClr val="BFBFBF"/>
                      </a:solidFill>
                      <a:prstDash val="solid"/>
                      <a:round/>
                      <a:headEnd type="none" w="med" len="med"/>
                      <a:tailEnd type="none" w="med" len="med"/>
                    </a:lnB>
                    <a:solidFill>
                      <a:srgbClr val="FFFFFF"/>
                    </a:solidFill>
                  </a:tcPr>
                </a:tc>
                <a:tc>
                  <a:txBody>
                    <a:bodyPr anchor="t" rtlCol="false"/>
                    <a:lstStyle/>
                    <a:p>
                      <a:pPr algn="ctr">
                        <a:lnSpc>
                          <a:spcPts val="2800"/>
                        </a:lnSpc>
                        <a:defRPr/>
                      </a:pPr>
                      <a:r>
                        <a:rPr lang="en-US" sz="2000">
                          <a:solidFill>
                            <a:srgbClr val="000000"/>
                          </a:solidFill>
                          <a:latin typeface="Open Sans"/>
                          <a:ea typeface="Open Sans"/>
                          <a:cs typeface="Open Sans"/>
                          <a:sym typeface="Open Sans"/>
                        </a:rPr>
                        <a:t>WAN, titik NAT, DNS 8.8.8.8</a:t>
                      </a:r>
                      <a:endParaRPr lang="en-US" sz="1100"/>
                    </a:p>
                  </a:txBody>
                  <a:tcPr marL="76200" marR="76200" marT="76200" marB="76200" anchor="ctr">
                    <a:lnL cmpd="sng" algn="ctr" cap="flat" w="12668">
                      <a:solidFill>
                        <a:srgbClr val="BFBFBF"/>
                      </a:solidFill>
                      <a:prstDash val="solid"/>
                      <a:round/>
                      <a:headEnd type="none" w="med" len="med"/>
                      <a:tailEnd type="none" w="med" len="med"/>
                    </a:lnL>
                    <a:lnR cmpd="sng" algn="ctr" cap="flat" w="12668">
                      <a:solidFill>
                        <a:srgbClr val="BFBFBF"/>
                      </a:solidFill>
                      <a:prstDash val="solid"/>
                      <a:round/>
                      <a:headEnd type="none" w="med" len="med"/>
                      <a:tailEnd type="none" w="med" len="med"/>
                    </a:lnR>
                    <a:lnT cmpd="sng" algn="ctr" cap="flat" w="12668">
                      <a:solidFill>
                        <a:srgbClr val="BFBFBF"/>
                      </a:solidFill>
                      <a:prstDash val="solid"/>
                      <a:round/>
                      <a:headEnd type="none" w="med" len="med"/>
                      <a:tailEnd type="none" w="med" len="med"/>
                    </a:lnT>
                    <a:lnB cmpd="sng" algn="ctr" cap="flat" w="12668">
                      <a:solidFill>
                        <a:srgbClr val="BFBFBF"/>
                      </a:solidFill>
                      <a:prstDash val="solid"/>
                      <a:round/>
                      <a:headEnd type="none" w="med" len="med"/>
                      <a:tailEnd type="none" w="med" len="med"/>
                    </a:lnB>
                    <a:solidFill>
                      <a:srgbClr val="FFFFFF"/>
                    </a:solidFill>
                  </a:tcPr>
                </a:tc>
              </a:tr>
              <a:tr h="734786">
                <a:tc>
                  <a:txBody>
                    <a:bodyPr anchor="t" rtlCol="false"/>
                    <a:lstStyle/>
                    <a:p>
                      <a:pPr algn="ctr">
                        <a:lnSpc>
                          <a:spcPts val="2800"/>
                        </a:lnSpc>
                        <a:defRPr/>
                      </a:pPr>
                      <a:r>
                        <a:rPr lang="en-US" sz="2000">
                          <a:solidFill>
                            <a:srgbClr val="000000"/>
                          </a:solidFill>
                          <a:latin typeface="Open Sans"/>
                          <a:ea typeface="Open Sans"/>
                          <a:cs typeface="Open Sans"/>
                          <a:sym typeface="Open Sans"/>
                        </a:rPr>
                        <a:t>9</a:t>
                      </a:r>
                      <a:endParaRPr lang="en-US" sz="1100"/>
                    </a:p>
                  </a:txBody>
                  <a:tcPr marL="76200" marR="76200" marT="76200" marB="76200" anchor="ctr">
                    <a:lnL cmpd="sng" algn="ctr" cap="flat" w="12668">
                      <a:solidFill>
                        <a:srgbClr val="BFBFBF"/>
                      </a:solidFill>
                      <a:prstDash val="solid"/>
                      <a:round/>
                      <a:headEnd type="none" w="med" len="med"/>
                      <a:tailEnd type="none" w="med" len="med"/>
                    </a:lnL>
                    <a:lnR cmpd="sng" algn="ctr" cap="flat" w="12668">
                      <a:solidFill>
                        <a:srgbClr val="BFBFBF"/>
                      </a:solidFill>
                      <a:prstDash val="solid"/>
                      <a:round/>
                      <a:headEnd type="none" w="med" len="med"/>
                      <a:tailEnd type="none" w="med" len="med"/>
                    </a:lnR>
                    <a:lnT cmpd="sng" algn="ctr" cap="flat" w="12668">
                      <a:solidFill>
                        <a:srgbClr val="BFBFBF"/>
                      </a:solidFill>
                      <a:prstDash val="solid"/>
                      <a:round/>
                      <a:headEnd type="none" w="med" len="med"/>
                      <a:tailEnd type="none" w="med" len="med"/>
                    </a:lnT>
                    <a:lnB cmpd="sng" algn="ctr" cap="flat" w="12668">
                      <a:solidFill>
                        <a:srgbClr val="BFBFBF"/>
                      </a:solidFill>
                      <a:prstDash val="solid"/>
                      <a:round/>
                      <a:headEnd type="none" w="med" len="med"/>
                      <a:tailEnd type="none" w="med" len="med"/>
                    </a:lnB>
                    <a:solidFill>
                      <a:srgbClr val="FFFFFF"/>
                    </a:solidFill>
                  </a:tcPr>
                </a:tc>
                <a:tc>
                  <a:txBody>
                    <a:bodyPr anchor="t" rtlCol="false"/>
                    <a:lstStyle/>
                    <a:p>
                      <a:pPr algn="ctr">
                        <a:lnSpc>
                          <a:spcPts val="2800"/>
                        </a:lnSpc>
                        <a:defRPr/>
                      </a:pPr>
                      <a:r>
                        <a:rPr lang="en-US" sz="2000">
                          <a:solidFill>
                            <a:srgbClr val="000000"/>
                          </a:solidFill>
                          <a:latin typeface="Open Sans"/>
                          <a:ea typeface="Open Sans"/>
                          <a:cs typeface="Open Sans"/>
                          <a:sym typeface="Open Sans"/>
                        </a:rPr>
                        <a:t>Router Pelanggan B</a:t>
                      </a:r>
                      <a:endParaRPr lang="en-US" sz="1100"/>
                    </a:p>
                  </a:txBody>
                  <a:tcPr marL="76200" marR="76200" marT="76200" marB="76200" anchor="ctr">
                    <a:lnL cmpd="sng" algn="ctr" cap="flat" w="12668">
                      <a:solidFill>
                        <a:srgbClr val="BFBFBF"/>
                      </a:solidFill>
                      <a:prstDash val="solid"/>
                      <a:round/>
                      <a:headEnd type="none" w="med" len="med"/>
                      <a:tailEnd type="none" w="med" len="med"/>
                    </a:lnL>
                    <a:lnR cmpd="sng" algn="ctr" cap="flat" w="12668">
                      <a:solidFill>
                        <a:srgbClr val="BFBFBF"/>
                      </a:solidFill>
                      <a:prstDash val="solid"/>
                      <a:round/>
                      <a:headEnd type="none" w="med" len="med"/>
                      <a:tailEnd type="none" w="med" len="med"/>
                    </a:lnR>
                    <a:lnT cmpd="sng" algn="ctr" cap="flat" w="12668">
                      <a:solidFill>
                        <a:srgbClr val="BFBFBF"/>
                      </a:solidFill>
                      <a:prstDash val="solid"/>
                      <a:round/>
                      <a:headEnd type="none" w="med" len="med"/>
                      <a:tailEnd type="none" w="med" len="med"/>
                    </a:lnT>
                    <a:lnB cmpd="sng" algn="ctr" cap="flat" w="12668">
                      <a:solidFill>
                        <a:srgbClr val="BFBFBF"/>
                      </a:solidFill>
                      <a:prstDash val="solid"/>
                      <a:round/>
                      <a:headEnd type="none" w="med" len="med"/>
                      <a:tailEnd type="none" w="med" len="med"/>
                    </a:lnB>
                    <a:solidFill>
                      <a:srgbClr val="FFFFFF"/>
                    </a:solidFill>
                  </a:tcPr>
                </a:tc>
                <a:tc>
                  <a:txBody>
                    <a:bodyPr anchor="t" rtlCol="false"/>
                    <a:lstStyle/>
                    <a:p>
                      <a:pPr algn="ctr">
                        <a:lnSpc>
                          <a:spcPts val="2800"/>
                        </a:lnSpc>
                        <a:defRPr/>
                      </a:pPr>
                      <a:r>
                        <a:rPr lang="en-US" sz="2000">
                          <a:solidFill>
                            <a:srgbClr val="000000"/>
                          </a:solidFill>
                          <a:latin typeface="Open Sans"/>
                          <a:ea typeface="Open Sans"/>
                          <a:cs typeface="Open Sans"/>
                          <a:sym typeface="Open Sans"/>
                        </a:rPr>
                        <a:t>ether2</a:t>
                      </a:r>
                      <a:endParaRPr lang="en-US" sz="1100"/>
                    </a:p>
                  </a:txBody>
                  <a:tcPr marL="76200" marR="76200" marT="76200" marB="76200" anchor="ctr">
                    <a:lnL cmpd="sng" algn="ctr" cap="flat" w="12668">
                      <a:solidFill>
                        <a:srgbClr val="BFBFBF"/>
                      </a:solidFill>
                      <a:prstDash val="solid"/>
                      <a:round/>
                      <a:headEnd type="none" w="med" len="med"/>
                      <a:tailEnd type="none" w="med" len="med"/>
                    </a:lnL>
                    <a:lnR cmpd="sng" algn="ctr" cap="flat" w="12668">
                      <a:solidFill>
                        <a:srgbClr val="BFBFBF"/>
                      </a:solidFill>
                      <a:prstDash val="solid"/>
                      <a:round/>
                      <a:headEnd type="none" w="med" len="med"/>
                      <a:tailEnd type="none" w="med" len="med"/>
                    </a:lnR>
                    <a:lnT cmpd="sng" algn="ctr" cap="flat" w="12668">
                      <a:solidFill>
                        <a:srgbClr val="BFBFBF"/>
                      </a:solidFill>
                      <a:prstDash val="solid"/>
                      <a:round/>
                      <a:headEnd type="none" w="med" len="med"/>
                      <a:tailEnd type="none" w="med" len="med"/>
                    </a:lnT>
                    <a:lnB cmpd="sng" algn="ctr" cap="flat" w="12668">
                      <a:solidFill>
                        <a:srgbClr val="BFBFBF"/>
                      </a:solidFill>
                      <a:prstDash val="solid"/>
                      <a:round/>
                      <a:headEnd type="none" w="med" len="med"/>
                      <a:tailEnd type="none" w="med" len="med"/>
                    </a:lnB>
                    <a:solidFill>
                      <a:srgbClr val="FFFFFF"/>
                    </a:solidFill>
                  </a:tcPr>
                </a:tc>
                <a:tc>
                  <a:txBody>
                    <a:bodyPr anchor="t" rtlCol="false"/>
                    <a:lstStyle/>
                    <a:p>
                      <a:pPr algn="ctr">
                        <a:lnSpc>
                          <a:spcPts val="2800"/>
                        </a:lnSpc>
                        <a:defRPr/>
                      </a:pPr>
                      <a:r>
                        <a:rPr lang="en-US" sz="2000">
                          <a:solidFill>
                            <a:srgbClr val="000000"/>
                          </a:solidFill>
                          <a:latin typeface="Open Sans"/>
                          <a:ea typeface="Open Sans"/>
                          <a:cs typeface="Open Sans"/>
                          <a:sym typeface="Open Sans"/>
                        </a:rPr>
                        <a:t>192.168.20.1</a:t>
                      </a:r>
                      <a:endParaRPr lang="en-US" sz="1100"/>
                    </a:p>
                  </a:txBody>
                  <a:tcPr marL="76200" marR="76200" marT="76200" marB="76200" anchor="ctr">
                    <a:lnL cmpd="sng" algn="ctr" cap="flat" w="12668">
                      <a:solidFill>
                        <a:srgbClr val="BFBFBF"/>
                      </a:solidFill>
                      <a:prstDash val="solid"/>
                      <a:round/>
                      <a:headEnd type="none" w="med" len="med"/>
                      <a:tailEnd type="none" w="med" len="med"/>
                    </a:lnL>
                    <a:lnR cmpd="sng" algn="ctr" cap="flat" w="12668">
                      <a:solidFill>
                        <a:srgbClr val="BFBFBF"/>
                      </a:solidFill>
                      <a:prstDash val="solid"/>
                      <a:round/>
                      <a:headEnd type="none" w="med" len="med"/>
                      <a:tailEnd type="none" w="med" len="med"/>
                    </a:lnR>
                    <a:lnT cmpd="sng" algn="ctr" cap="flat" w="12668">
                      <a:solidFill>
                        <a:srgbClr val="BFBFBF"/>
                      </a:solidFill>
                      <a:prstDash val="solid"/>
                      <a:round/>
                      <a:headEnd type="none" w="med" len="med"/>
                      <a:tailEnd type="none" w="med" len="med"/>
                    </a:lnT>
                    <a:lnB cmpd="sng" algn="ctr" cap="flat" w="12668">
                      <a:solidFill>
                        <a:srgbClr val="BFBFBF"/>
                      </a:solidFill>
                      <a:prstDash val="solid"/>
                      <a:round/>
                      <a:headEnd type="none" w="med" len="med"/>
                      <a:tailEnd type="none" w="med" len="med"/>
                    </a:lnB>
                    <a:solidFill>
                      <a:srgbClr val="FFFFFF"/>
                    </a:solidFill>
                  </a:tcPr>
                </a:tc>
                <a:tc>
                  <a:txBody>
                    <a:bodyPr anchor="t" rtlCol="false"/>
                    <a:lstStyle/>
                    <a:p>
                      <a:pPr algn="ctr">
                        <a:lnSpc>
                          <a:spcPts val="2800"/>
                        </a:lnSpc>
                        <a:defRPr/>
                      </a:pPr>
                      <a:r>
                        <a:rPr lang="en-US" sz="2000">
                          <a:solidFill>
                            <a:srgbClr val="000000"/>
                          </a:solidFill>
                          <a:latin typeface="Open Sans"/>
                          <a:ea typeface="Open Sans"/>
                          <a:cs typeface="Open Sans"/>
                          <a:sym typeface="Open Sans"/>
                        </a:rPr>
                        <a:t>/24</a:t>
                      </a:r>
                      <a:endParaRPr lang="en-US" sz="1100"/>
                    </a:p>
                  </a:txBody>
                  <a:tcPr marL="76200" marR="76200" marT="76200" marB="76200" anchor="ctr">
                    <a:lnL cmpd="sng" algn="ctr" cap="flat" w="12668">
                      <a:solidFill>
                        <a:srgbClr val="BFBFBF"/>
                      </a:solidFill>
                      <a:prstDash val="solid"/>
                      <a:round/>
                      <a:headEnd type="none" w="med" len="med"/>
                      <a:tailEnd type="none" w="med" len="med"/>
                    </a:lnL>
                    <a:lnR cmpd="sng" algn="ctr" cap="flat" w="12668">
                      <a:solidFill>
                        <a:srgbClr val="BFBFBF"/>
                      </a:solidFill>
                      <a:prstDash val="solid"/>
                      <a:round/>
                      <a:headEnd type="none" w="med" len="med"/>
                      <a:tailEnd type="none" w="med" len="med"/>
                    </a:lnR>
                    <a:lnT cmpd="sng" algn="ctr" cap="flat" w="12668">
                      <a:solidFill>
                        <a:srgbClr val="BFBFBF"/>
                      </a:solidFill>
                      <a:prstDash val="solid"/>
                      <a:round/>
                      <a:headEnd type="none" w="med" len="med"/>
                      <a:tailEnd type="none" w="med" len="med"/>
                    </a:lnT>
                    <a:lnB cmpd="sng" algn="ctr" cap="flat" w="12668">
                      <a:solidFill>
                        <a:srgbClr val="BFBFBF"/>
                      </a:solidFill>
                      <a:prstDash val="solid"/>
                      <a:round/>
                      <a:headEnd type="none" w="med" len="med"/>
                      <a:tailEnd type="none" w="med" len="med"/>
                    </a:lnB>
                    <a:solidFill>
                      <a:srgbClr val="FFFFFF"/>
                    </a:solidFill>
                  </a:tcPr>
                </a:tc>
                <a:tc>
                  <a:txBody>
                    <a:bodyPr anchor="t" rtlCol="false"/>
                    <a:lstStyle/>
                    <a:p>
                      <a:pPr algn="ctr">
                        <a:lnSpc>
                          <a:spcPts val="2800"/>
                        </a:lnSpc>
                        <a:defRPr/>
                      </a:pPr>
                      <a:r>
                        <a:rPr lang="en-US" sz="2000">
                          <a:solidFill>
                            <a:srgbClr val="000000"/>
                          </a:solidFill>
                          <a:latin typeface="Open Sans"/>
                          <a:ea typeface="Open Sans"/>
                          <a:cs typeface="Open Sans"/>
                          <a:sym typeface="Open Sans"/>
                        </a:rPr>
                        <a:t>-</a:t>
                      </a:r>
                      <a:endParaRPr lang="en-US" sz="1100"/>
                    </a:p>
                  </a:txBody>
                  <a:tcPr marL="76200" marR="76200" marT="76200" marB="76200" anchor="ctr">
                    <a:lnL cmpd="sng" algn="ctr" cap="flat" w="12668">
                      <a:solidFill>
                        <a:srgbClr val="BFBFBF"/>
                      </a:solidFill>
                      <a:prstDash val="solid"/>
                      <a:round/>
                      <a:headEnd type="none" w="med" len="med"/>
                      <a:tailEnd type="none" w="med" len="med"/>
                    </a:lnL>
                    <a:lnR cmpd="sng" algn="ctr" cap="flat" w="12668">
                      <a:solidFill>
                        <a:srgbClr val="BFBFBF"/>
                      </a:solidFill>
                      <a:prstDash val="solid"/>
                      <a:round/>
                      <a:headEnd type="none" w="med" len="med"/>
                      <a:tailEnd type="none" w="med" len="med"/>
                    </a:lnR>
                    <a:lnT cmpd="sng" algn="ctr" cap="flat" w="12668">
                      <a:solidFill>
                        <a:srgbClr val="BFBFBF"/>
                      </a:solidFill>
                      <a:prstDash val="solid"/>
                      <a:round/>
                      <a:headEnd type="none" w="med" len="med"/>
                      <a:tailEnd type="none" w="med" len="med"/>
                    </a:lnT>
                    <a:lnB cmpd="sng" algn="ctr" cap="flat" w="12668">
                      <a:solidFill>
                        <a:srgbClr val="BFBFBF"/>
                      </a:solidFill>
                      <a:prstDash val="solid"/>
                      <a:round/>
                      <a:headEnd type="none" w="med" len="med"/>
                      <a:tailEnd type="none" w="med" len="med"/>
                    </a:lnB>
                    <a:solidFill>
                      <a:srgbClr val="FFFFFF"/>
                    </a:solidFill>
                  </a:tcPr>
                </a:tc>
                <a:tc>
                  <a:txBody>
                    <a:bodyPr anchor="t" rtlCol="false"/>
                    <a:lstStyle/>
                    <a:p>
                      <a:pPr algn="ctr">
                        <a:lnSpc>
                          <a:spcPts val="2800"/>
                        </a:lnSpc>
                        <a:defRPr/>
                      </a:pPr>
                      <a:r>
                        <a:rPr lang="en-US" sz="2000">
                          <a:solidFill>
                            <a:srgbClr val="000000"/>
                          </a:solidFill>
                          <a:latin typeface="Open Sans"/>
                          <a:ea typeface="Open Sans"/>
                          <a:cs typeface="Open Sans"/>
                          <a:sym typeface="Open Sans"/>
                        </a:rPr>
                        <a:t>Gateway LAN B</a:t>
                      </a:r>
                      <a:endParaRPr lang="en-US" sz="1100"/>
                    </a:p>
                  </a:txBody>
                  <a:tcPr marL="76200" marR="76200" marT="76200" marB="76200" anchor="ctr">
                    <a:lnL cmpd="sng" algn="ctr" cap="flat" w="12668">
                      <a:solidFill>
                        <a:srgbClr val="BFBFBF"/>
                      </a:solidFill>
                      <a:prstDash val="solid"/>
                      <a:round/>
                      <a:headEnd type="none" w="med" len="med"/>
                      <a:tailEnd type="none" w="med" len="med"/>
                    </a:lnL>
                    <a:lnR cmpd="sng" algn="ctr" cap="flat" w="12668">
                      <a:solidFill>
                        <a:srgbClr val="BFBFBF"/>
                      </a:solidFill>
                      <a:prstDash val="solid"/>
                      <a:round/>
                      <a:headEnd type="none" w="med" len="med"/>
                      <a:tailEnd type="none" w="med" len="med"/>
                    </a:lnR>
                    <a:lnT cmpd="sng" algn="ctr" cap="flat" w="12668">
                      <a:solidFill>
                        <a:srgbClr val="BFBFBF"/>
                      </a:solidFill>
                      <a:prstDash val="solid"/>
                      <a:round/>
                      <a:headEnd type="none" w="med" len="med"/>
                      <a:tailEnd type="none" w="med" len="med"/>
                    </a:lnT>
                    <a:lnB cmpd="sng" algn="ctr" cap="flat" w="12668">
                      <a:solidFill>
                        <a:srgbClr val="BFBFBF"/>
                      </a:solidFill>
                      <a:prstDash val="solid"/>
                      <a:round/>
                      <a:headEnd type="none" w="med" len="med"/>
                      <a:tailEnd type="none" w="med" len="med"/>
                    </a:lnB>
                    <a:solidFill>
                      <a:srgbClr val="FFFFFF"/>
                    </a:solidFill>
                  </a:tcPr>
                </a:tc>
              </a:tr>
              <a:tr h="734786">
                <a:tc>
                  <a:txBody>
                    <a:bodyPr anchor="t" rtlCol="false"/>
                    <a:lstStyle/>
                    <a:p>
                      <a:pPr algn="ctr">
                        <a:lnSpc>
                          <a:spcPts val="2800"/>
                        </a:lnSpc>
                        <a:defRPr/>
                      </a:pPr>
                      <a:r>
                        <a:rPr lang="en-US" sz="2000">
                          <a:solidFill>
                            <a:srgbClr val="000000"/>
                          </a:solidFill>
                          <a:latin typeface="Open Sans"/>
                          <a:ea typeface="Open Sans"/>
                          <a:cs typeface="Open Sans"/>
                          <a:sym typeface="Open Sans"/>
                        </a:rPr>
                        <a:t>10</a:t>
                      </a:r>
                      <a:endParaRPr lang="en-US" sz="1100"/>
                    </a:p>
                  </a:txBody>
                  <a:tcPr marL="76200" marR="76200" marT="76200" marB="76200" anchor="ctr">
                    <a:lnL cmpd="sng" algn="ctr" cap="flat" w="12668">
                      <a:solidFill>
                        <a:srgbClr val="BFBFBF"/>
                      </a:solidFill>
                      <a:prstDash val="solid"/>
                      <a:round/>
                      <a:headEnd type="none" w="med" len="med"/>
                      <a:tailEnd type="none" w="med" len="med"/>
                    </a:lnL>
                    <a:lnR cmpd="sng" algn="ctr" cap="flat" w="12668">
                      <a:solidFill>
                        <a:srgbClr val="BFBFBF"/>
                      </a:solidFill>
                      <a:prstDash val="solid"/>
                      <a:round/>
                      <a:headEnd type="none" w="med" len="med"/>
                      <a:tailEnd type="none" w="med" len="med"/>
                    </a:lnR>
                    <a:lnT cmpd="sng" algn="ctr" cap="flat" w="12668">
                      <a:solidFill>
                        <a:srgbClr val="BFBFBF"/>
                      </a:solidFill>
                      <a:prstDash val="solid"/>
                      <a:round/>
                      <a:headEnd type="none" w="med" len="med"/>
                      <a:tailEnd type="none" w="med" len="med"/>
                    </a:lnT>
                    <a:lnB cmpd="sng" algn="ctr" cap="flat" w="12668">
                      <a:solidFill>
                        <a:srgbClr val="BFBFBF"/>
                      </a:solidFill>
                      <a:prstDash val="solid"/>
                      <a:round/>
                      <a:headEnd type="none" w="med" len="med"/>
                      <a:tailEnd type="none" w="med" len="med"/>
                    </a:lnB>
                    <a:solidFill>
                      <a:srgbClr val="FFFFFF"/>
                    </a:solidFill>
                  </a:tcPr>
                </a:tc>
                <a:tc>
                  <a:txBody>
                    <a:bodyPr anchor="t" rtlCol="false"/>
                    <a:lstStyle/>
                    <a:p>
                      <a:pPr algn="ctr">
                        <a:lnSpc>
                          <a:spcPts val="2800"/>
                        </a:lnSpc>
                        <a:defRPr/>
                      </a:pPr>
                      <a:r>
                        <a:rPr lang="en-US" sz="2000">
                          <a:solidFill>
                            <a:srgbClr val="000000"/>
                          </a:solidFill>
                          <a:latin typeface="Open Sans"/>
                          <a:ea typeface="Open Sans"/>
                          <a:cs typeface="Open Sans"/>
                          <a:sym typeface="Open Sans"/>
                        </a:rPr>
                        <a:t>Ubuntu Server</a:t>
                      </a:r>
                      <a:endParaRPr lang="en-US" sz="1100"/>
                    </a:p>
                  </a:txBody>
                  <a:tcPr marL="76200" marR="76200" marT="76200" marB="76200" anchor="ctr">
                    <a:lnL cmpd="sng" algn="ctr" cap="flat" w="12668">
                      <a:solidFill>
                        <a:srgbClr val="BFBFBF"/>
                      </a:solidFill>
                      <a:prstDash val="solid"/>
                      <a:round/>
                      <a:headEnd type="none" w="med" len="med"/>
                      <a:tailEnd type="none" w="med" len="med"/>
                    </a:lnL>
                    <a:lnR cmpd="sng" algn="ctr" cap="flat" w="12668">
                      <a:solidFill>
                        <a:srgbClr val="BFBFBF"/>
                      </a:solidFill>
                      <a:prstDash val="solid"/>
                      <a:round/>
                      <a:headEnd type="none" w="med" len="med"/>
                      <a:tailEnd type="none" w="med" len="med"/>
                    </a:lnR>
                    <a:lnT cmpd="sng" algn="ctr" cap="flat" w="12668">
                      <a:solidFill>
                        <a:srgbClr val="BFBFBF"/>
                      </a:solidFill>
                      <a:prstDash val="solid"/>
                      <a:round/>
                      <a:headEnd type="none" w="med" len="med"/>
                      <a:tailEnd type="none" w="med" len="med"/>
                    </a:lnT>
                    <a:lnB cmpd="sng" algn="ctr" cap="flat" w="12668">
                      <a:solidFill>
                        <a:srgbClr val="BFBFBF"/>
                      </a:solidFill>
                      <a:prstDash val="solid"/>
                      <a:round/>
                      <a:headEnd type="none" w="med" len="med"/>
                      <a:tailEnd type="none" w="med" len="med"/>
                    </a:lnB>
                    <a:solidFill>
                      <a:srgbClr val="FFFFFF"/>
                    </a:solidFill>
                  </a:tcPr>
                </a:tc>
                <a:tc>
                  <a:txBody>
                    <a:bodyPr anchor="t" rtlCol="false"/>
                    <a:lstStyle/>
                    <a:p>
                      <a:pPr algn="ctr">
                        <a:lnSpc>
                          <a:spcPts val="2800"/>
                        </a:lnSpc>
                        <a:defRPr/>
                      </a:pPr>
                      <a:r>
                        <a:rPr lang="en-US" sz="2000">
                          <a:solidFill>
                            <a:srgbClr val="000000"/>
                          </a:solidFill>
                          <a:latin typeface="Open Sans"/>
                          <a:ea typeface="Open Sans"/>
                          <a:cs typeface="Open Sans"/>
                          <a:sym typeface="Open Sans"/>
                        </a:rPr>
                        <a:t>enp0s3</a:t>
                      </a:r>
                      <a:endParaRPr lang="en-US" sz="1100"/>
                    </a:p>
                  </a:txBody>
                  <a:tcPr marL="76200" marR="76200" marT="76200" marB="76200" anchor="ctr">
                    <a:lnL cmpd="sng" algn="ctr" cap="flat" w="12668">
                      <a:solidFill>
                        <a:srgbClr val="BFBFBF"/>
                      </a:solidFill>
                      <a:prstDash val="solid"/>
                      <a:round/>
                      <a:headEnd type="none" w="med" len="med"/>
                      <a:tailEnd type="none" w="med" len="med"/>
                    </a:lnL>
                    <a:lnR cmpd="sng" algn="ctr" cap="flat" w="12668">
                      <a:solidFill>
                        <a:srgbClr val="BFBFBF"/>
                      </a:solidFill>
                      <a:prstDash val="solid"/>
                      <a:round/>
                      <a:headEnd type="none" w="med" len="med"/>
                      <a:tailEnd type="none" w="med" len="med"/>
                    </a:lnR>
                    <a:lnT cmpd="sng" algn="ctr" cap="flat" w="12668">
                      <a:solidFill>
                        <a:srgbClr val="BFBFBF"/>
                      </a:solidFill>
                      <a:prstDash val="solid"/>
                      <a:round/>
                      <a:headEnd type="none" w="med" len="med"/>
                      <a:tailEnd type="none" w="med" len="med"/>
                    </a:lnT>
                    <a:lnB cmpd="sng" algn="ctr" cap="flat" w="12668">
                      <a:solidFill>
                        <a:srgbClr val="BFBFBF"/>
                      </a:solidFill>
                      <a:prstDash val="solid"/>
                      <a:round/>
                      <a:headEnd type="none" w="med" len="med"/>
                      <a:tailEnd type="none" w="med" len="med"/>
                    </a:lnB>
                    <a:solidFill>
                      <a:srgbClr val="FFFFFF"/>
                    </a:solidFill>
                  </a:tcPr>
                </a:tc>
                <a:tc>
                  <a:txBody>
                    <a:bodyPr anchor="t" rtlCol="false"/>
                    <a:lstStyle/>
                    <a:p>
                      <a:pPr algn="ctr">
                        <a:lnSpc>
                          <a:spcPts val="2800"/>
                        </a:lnSpc>
                        <a:defRPr/>
                      </a:pPr>
                      <a:r>
                        <a:rPr lang="en-US" sz="2000">
                          <a:solidFill>
                            <a:srgbClr val="000000"/>
                          </a:solidFill>
                          <a:latin typeface="Open Sans"/>
                          <a:ea typeface="Open Sans"/>
                          <a:cs typeface="Open Sans"/>
                          <a:sym typeface="Open Sans"/>
                        </a:rPr>
                        <a:t>200.200.200.2</a:t>
                      </a:r>
                      <a:endParaRPr lang="en-US" sz="1100"/>
                    </a:p>
                  </a:txBody>
                  <a:tcPr marL="76200" marR="76200" marT="76200" marB="76200" anchor="ctr">
                    <a:lnL cmpd="sng" algn="ctr" cap="flat" w="12668">
                      <a:solidFill>
                        <a:srgbClr val="BFBFBF"/>
                      </a:solidFill>
                      <a:prstDash val="solid"/>
                      <a:round/>
                      <a:headEnd type="none" w="med" len="med"/>
                      <a:tailEnd type="none" w="med" len="med"/>
                    </a:lnL>
                    <a:lnR cmpd="sng" algn="ctr" cap="flat" w="12668">
                      <a:solidFill>
                        <a:srgbClr val="BFBFBF"/>
                      </a:solidFill>
                      <a:prstDash val="solid"/>
                      <a:round/>
                      <a:headEnd type="none" w="med" len="med"/>
                      <a:tailEnd type="none" w="med" len="med"/>
                    </a:lnR>
                    <a:lnT cmpd="sng" algn="ctr" cap="flat" w="12668">
                      <a:solidFill>
                        <a:srgbClr val="BFBFBF"/>
                      </a:solidFill>
                      <a:prstDash val="solid"/>
                      <a:round/>
                      <a:headEnd type="none" w="med" len="med"/>
                      <a:tailEnd type="none" w="med" len="med"/>
                    </a:lnT>
                    <a:lnB cmpd="sng" algn="ctr" cap="flat" w="12668">
                      <a:solidFill>
                        <a:srgbClr val="BFBFBF"/>
                      </a:solidFill>
                      <a:prstDash val="solid"/>
                      <a:round/>
                      <a:headEnd type="none" w="med" len="med"/>
                      <a:tailEnd type="none" w="med" len="med"/>
                    </a:lnB>
                    <a:solidFill>
                      <a:srgbClr val="FFFFFF"/>
                    </a:solidFill>
                  </a:tcPr>
                </a:tc>
                <a:tc>
                  <a:txBody>
                    <a:bodyPr anchor="t" rtlCol="false"/>
                    <a:lstStyle/>
                    <a:p>
                      <a:pPr algn="ctr">
                        <a:lnSpc>
                          <a:spcPts val="2800"/>
                        </a:lnSpc>
                        <a:defRPr/>
                      </a:pPr>
                      <a:r>
                        <a:rPr lang="en-US" sz="2000">
                          <a:solidFill>
                            <a:srgbClr val="000000"/>
                          </a:solidFill>
                          <a:latin typeface="Open Sans"/>
                          <a:ea typeface="Open Sans"/>
                          <a:cs typeface="Open Sans"/>
                          <a:sym typeface="Open Sans"/>
                        </a:rPr>
                        <a:t>/24</a:t>
                      </a:r>
                      <a:endParaRPr lang="en-US" sz="1100"/>
                    </a:p>
                  </a:txBody>
                  <a:tcPr marL="76200" marR="76200" marT="76200" marB="76200" anchor="ctr">
                    <a:lnL cmpd="sng" algn="ctr" cap="flat" w="12668">
                      <a:solidFill>
                        <a:srgbClr val="BFBFBF"/>
                      </a:solidFill>
                      <a:prstDash val="solid"/>
                      <a:round/>
                      <a:headEnd type="none" w="med" len="med"/>
                      <a:tailEnd type="none" w="med" len="med"/>
                    </a:lnL>
                    <a:lnR cmpd="sng" algn="ctr" cap="flat" w="12668">
                      <a:solidFill>
                        <a:srgbClr val="BFBFBF"/>
                      </a:solidFill>
                      <a:prstDash val="solid"/>
                      <a:round/>
                      <a:headEnd type="none" w="med" len="med"/>
                      <a:tailEnd type="none" w="med" len="med"/>
                    </a:lnR>
                    <a:lnT cmpd="sng" algn="ctr" cap="flat" w="12668">
                      <a:solidFill>
                        <a:srgbClr val="BFBFBF"/>
                      </a:solidFill>
                      <a:prstDash val="solid"/>
                      <a:round/>
                      <a:headEnd type="none" w="med" len="med"/>
                      <a:tailEnd type="none" w="med" len="med"/>
                    </a:lnT>
                    <a:lnB cmpd="sng" algn="ctr" cap="flat" w="12668">
                      <a:solidFill>
                        <a:srgbClr val="BFBFBF"/>
                      </a:solidFill>
                      <a:prstDash val="solid"/>
                      <a:round/>
                      <a:headEnd type="none" w="med" len="med"/>
                      <a:tailEnd type="none" w="med" len="med"/>
                    </a:lnB>
                    <a:solidFill>
                      <a:srgbClr val="FFFFFF"/>
                    </a:solidFill>
                  </a:tcPr>
                </a:tc>
                <a:tc>
                  <a:txBody>
                    <a:bodyPr anchor="t" rtlCol="false"/>
                    <a:lstStyle/>
                    <a:p>
                      <a:pPr algn="ctr">
                        <a:lnSpc>
                          <a:spcPts val="2800"/>
                        </a:lnSpc>
                        <a:defRPr/>
                      </a:pPr>
                      <a:r>
                        <a:rPr lang="en-US" sz="2000">
                          <a:solidFill>
                            <a:srgbClr val="000000"/>
                          </a:solidFill>
                          <a:latin typeface="Open Sans"/>
                          <a:ea typeface="Open Sans"/>
                          <a:cs typeface="Open Sans"/>
                          <a:sym typeface="Open Sans"/>
                        </a:rPr>
                        <a:t>200.200.200.1</a:t>
                      </a:r>
                      <a:endParaRPr lang="en-US" sz="1100"/>
                    </a:p>
                  </a:txBody>
                  <a:tcPr marL="76200" marR="76200" marT="76200" marB="76200" anchor="ctr">
                    <a:lnL cmpd="sng" algn="ctr" cap="flat" w="12668">
                      <a:solidFill>
                        <a:srgbClr val="BFBFBF"/>
                      </a:solidFill>
                      <a:prstDash val="solid"/>
                      <a:round/>
                      <a:headEnd type="none" w="med" len="med"/>
                      <a:tailEnd type="none" w="med" len="med"/>
                    </a:lnL>
                    <a:lnR cmpd="sng" algn="ctr" cap="flat" w="12668">
                      <a:solidFill>
                        <a:srgbClr val="BFBFBF"/>
                      </a:solidFill>
                      <a:prstDash val="solid"/>
                      <a:round/>
                      <a:headEnd type="none" w="med" len="med"/>
                      <a:tailEnd type="none" w="med" len="med"/>
                    </a:lnR>
                    <a:lnT cmpd="sng" algn="ctr" cap="flat" w="12668">
                      <a:solidFill>
                        <a:srgbClr val="BFBFBF"/>
                      </a:solidFill>
                      <a:prstDash val="solid"/>
                      <a:round/>
                      <a:headEnd type="none" w="med" len="med"/>
                      <a:tailEnd type="none" w="med" len="med"/>
                    </a:lnT>
                    <a:lnB cmpd="sng" algn="ctr" cap="flat" w="12668">
                      <a:solidFill>
                        <a:srgbClr val="BFBFBF"/>
                      </a:solidFill>
                      <a:prstDash val="solid"/>
                      <a:round/>
                      <a:headEnd type="none" w="med" len="med"/>
                      <a:tailEnd type="none" w="med" len="med"/>
                    </a:lnB>
                    <a:solidFill>
                      <a:srgbClr val="FFFFFF"/>
                    </a:solidFill>
                  </a:tcPr>
                </a:tc>
                <a:tc>
                  <a:txBody>
                    <a:bodyPr anchor="t" rtlCol="false"/>
                    <a:lstStyle/>
                    <a:p>
                      <a:pPr algn="ctr">
                        <a:lnSpc>
                          <a:spcPts val="2800"/>
                        </a:lnSpc>
                        <a:defRPr/>
                      </a:pPr>
                      <a:r>
                        <a:rPr lang="en-US" sz="2000">
                          <a:solidFill>
                            <a:srgbClr val="000000"/>
                          </a:solidFill>
                          <a:latin typeface="Open Sans"/>
                          <a:ea typeface="Open Sans"/>
                          <a:cs typeface="Open Sans"/>
                          <a:sym typeface="Open Sans"/>
                        </a:rPr>
                        <a:t>Server uji konektivitas</a:t>
                      </a:r>
                      <a:endParaRPr lang="en-US" sz="1100"/>
                    </a:p>
                  </a:txBody>
                  <a:tcPr marL="76200" marR="76200" marT="76200" marB="76200" anchor="ctr">
                    <a:lnL cmpd="sng" algn="ctr" cap="flat" w="12668">
                      <a:solidFill>
                        <a:srgbClr val="BFBFBF"/>
                      </a:solidFill>
                      <a:prstDash val="solid"/>
                      <a:round/>
                      <a:headEnd type="none" w="med" len="med"/>
                      <a:tailEnd type="none" w="med" len="med"/>
                    </a:lnL>
                    <a:lnR cmpd="sng" algn="ctr" cap="flat" w="12668">
                      <a:solidFill>
                        <a:srgbClr val="BFBFBF"/>
                      </a:solidFill>
                      <a:prstDash val="solid"/>
                      <a:round/>
                      <a:headEnd type="none" w="med" len="med"/>
                      <a:tailEnd type="none" w="med" len="med"/>
                    </a:lnR>
                    <a:lnT cmpd="sng" algn="ctr" cap="flat" w="12668">
                      <a:solidFill>
                        <a:srgbClr val="BFBFBF"/>
                      </a:solidFill>
                      <a:prstDash val="solid"/>
                      <a:round/>
                      <a:headEnd type="none" w="med" len="med"/>
                      <a:tailEnd type="none" w="med" len="med"/>
                    </a:lnT>
                    <a:lnB cmpd="sng" algn="ctr" cap="flat" w="12668">
                      <a:solidFill>
                        <a:srgbClr val="BFBFBF"/>
                      </a:solidFill>
                      <a:prstDash val="solid"/>
                      <a:round/>
                      <a:headEnd type="none" w="med" len="med"/>
                      <a:tailEnd type="none" w="med" len="med"/>
                    </a:lnB>
                    <a:solidFill>
                      <a:srgbClr val="FFFFFF"/>
                    </a:solidFill>
                  </a:tcPr>
                </a:tc>
              </a:tr>
              <a:tr h="734786">
                <a:tc>
                  <a:txBody>
                    <a:bodyPr anchor="t" rtlCol="false"/>
                    <a:lstStyle/>
                    <a:p>
                      <a:pPr algn="ctr">
                        <a:lnSpc>
                          <a:spcPts val="2800"/>
                        </a:lnSpc>
                        <a:defRPr/>
                      </a:pPr>
                      <a:r>
                        <a:rPr lang="en-US" sz="2000">
                          <a:solidFill>
                            <a:srgbClr val="000000"/>
                          </a:solidFill>
                          <a:latin typeface="Open Sans"/>
                          <a:ea typeface="Open Sans"/>
                          <a:cs typeface="Open Sans"/>
                          <a:sym typeface="Open Sans"/>
                        </a:rPr>
                        <a:t>11</a:t>
                      </a:r>
                      <a:endParaRPr lang="en-US" sz="1100"/>
                    </a:p>
                  </a:txBody>
                  <a:tcPr marL="76200" marR="76200" marT="76200" marB="76200" anchor="ctr">
                    <a:lnL cmpd="sng" algn="ctr" cap="flat" w="12668">
                      <a:solidFill>
                        <a:srgbClr val="BFBFBF"/>
                      </a:solidFill>
                      <a:prstDash val="solid"/>
                      <a:round/>
                      <a:headEnd type="none" w="med" len="med"/>
                      <a:tailEnd type="none" w="med" len="med"/>
                    </a:lnL>
                    <a:lnR cmpd="sng" algn="ctr" cap="flat" w="12668">
                      <a:solidFill>
                        <a:srgbClr val="BFBFBF"/>
                      </a:solidFill>
                      <a:prstDash val="solid"/>
                      <a:round/>
                      <a:headEnd type="none" w="med" len="med"/>
                      <a:tailEnd type="none" w="med" len="med"/>
                    </a:lnR>
                    <a:lnT cmpd="sng" algn="ctr" cap="flat" w="12668">
                      <a:solidFill>
                        <a:srgbClr val="BFBFBF"/>
                      </a:solidFill>
                      <a:prstDash val="solid"/>
                      <a:round/>
                      <a:headEnd type="none" w="med" len="med"/>
                      <a:tailEnd type="none" w="med" len="med"/>
                    </a:lnT>
                    <a:lnB cmpd="sng" algn="ctr" cap="flat" w="12668">
                      <a:solidFill>
                        <a:srgbClr val="BFBFBF"/>
                      </a:solidFill>
                      <a:prstDash val="solid"/>
                      <a:round/>
                      <a:headEnd type="none" w="med" len="med"/>
                      <a:tailEnd type="none" w="med" len="med"/>
                    </a:lnB>
                    <a:solidFill>
                      <a:srgbClr val="FFFFFF"/>
                    </a:solidFill>
                  </a:tcPr>
                </a:tc>
                <a:tc>
                  <a:txBody>
                    <a:bodyPr anchor="t" rtlCol="false"/>
                    <a:lstStyle/>
                    <a:p>
                      <a:pPr algn="ctr">
                        <a:lnSpc>
                          <a:spcPts val="2800"/>
                        </a:lnSpc>
                        <a:defRPr/>
                      </a:pPr>
                      <a:r>
                        <a:rPr lang="en-US" sz="2000">
                          <a:solidFill>
                            <a:srgbClr val="000000"/>
                          </a:solidFill>
                          <a:latin typeface="Open Sans"/>
                          <a:ea typeface="Open Sans"/>
                          <a:cs typeface="Open Sans"/>
                          <a:sym typeface="Open Sans"/>
                        </a:rPr>
                        <a:t>Ubuntu Client A</a:t>
                      </a:r>
                      <a:endParaRPr lang="en-US" sz="1100"/>
                    </a:p>
                  </a:txBody>
                  <a:tcPr marL="76200" marR="76200" marT="76200" marB="76200" anchor="ctr">
                    <a:lnL cmpd="sng" algn="ctr" cap="flat" w="12668">
                      <a:solidFill>
                        <a:srgbClr val="BFBFBF"/>
                      </a:solidFill>
                      <a:prstDash val="solid"/>
                      <a:round/>
                      <a:headEnd type="none" w="med" len="med"/>
                      <a:tailEnd type="none" w="med" len="med"/>
                    </a:lnL>
                    <a:lnR cmpd="sng" algn="ctr" cap="flat" w="12668">
                      <a:solidFill>
                        <a:srgbClr val="BFBFBF"/>
                      </a:solidFill>
                      <a:prstDash val="solid"/>
                      <a:round/>
                      <a:headEnd type="none" w="med" len="med"/>
                      <a:tailEnd type="none" w="med" len="med"/>
                    </a:lnR>
                    <a:lnT cmpd="sng" algn="ctr" cap="flat" w="12668">
                      <a:solidFill>
                        <a:srgbClr val="BFBFBF"/>
                      </a:solidFill>
                      <a:prstDash val="solid"/>
                      <a:round/>
                      <a:headEnd type="none" w="med" len="med"/>
                      <a:tailEnd type="none" w="med" len="med"/>
                    </a:lnT>
                    <a:lnB cmpd="sng" algn="ctr" cap="flat" w="12668">
                      <a:solidFill>
                        <a:srgbClr val="BFBFBF"/>
                      </a:solidFill>
                      <a:prstDash val="solid"/>
                      <a:round/>
                      <a:headEnd type="none" w="med" len="med"/>
                      <a:tailEnd type="none" w="med" len="med"/>
                    </a:lnB>
                    <a:solidFill>
                      <a:srgbClr val="FFFFFF"/>
                    </a:solidFill>
                  </a:tcPr>
                </a:tc>
                <a:tc>
                  <a:txBody>
                    <a:bodyPr anchor="t" rtlCol="false"/>
                    <a:lstStyle/>
                    <a:p>
                      <a:pPr algn="ctr">
                        <a:lnSpc>
                          <a:spcPts val="2800"/>
                        </a:lnSpc>
                        <a:defRPr/>
                      </a:pPr>
                      <a:r>
                        <a:rPr lang="en-US" sz="2000">
                          <a:solidFill>
                            <a:srgbClr val="000000"/>
                          </a:solidFill>
                          <a:latin typeface="Open Sans"/>
                          <a:ea typeface="Open Sans"/>
                          <a:cs typeface="Open Sans"/>
                          <a:sym typeface="Open Sans"/>
                        </a:rPr>
                        <a:t>enp0s3</a:t>
                      </a:r>
                      <a:endParaRPr lang="en-US" sz="1100"/>
                    </a:p>
                  </a:txBody>
                  <a:tcPr marL="76200" marR="76200" marT="76200" marB="76200" anchor="ctr">
                    <a:lnL cmpd="sng" algn="ctr" cap="flat" w="12668">
                      <a:solidFill>
                        <a:srgbClr val="BFBFBF"/>
                      </a:solidFill>
                      <a:prstDash val="solid"/>
                      <a:round/>
                      <a:headEnd type="none" w="med" len="med"/>
                      <a:tailEnd type="none" w="med" len="med"/>
                    </a:lnL>
                    <a:lnR cmpd="sng" algn="ctr" cap="flat" w="12668">
                      <a:solidFill>
                        <a:srgbClr val="BFBFBF"/>
                      </a:solidFill>
                      <a:prstDash val="solid"/>
                      <a:round/>
                      <a:headEnd type="none" w="med" len="med"/>
                      <a:tailEnd type="none" w="med" len="med"/>
                    </a:lnR>
                    <a:lnT cmpd="sng" algn="ctr" cap="flat" w="12668">
                      <a:solidFill>
                        <a:srgbClr val="BFBFBF"/>
                      </a:solidFill>
                      <a:prstDash val="solid"/>
                      <a:round/>
                      <a:headEnd type="none" w="med" len="med"/>
                      <a:tailEnd type="none" w="med" len="med"/>
                    </a:lnT>
                    <a:lnB cmpd="sng" algn="ctr" cap="flat" w="12668">
                      <a:solidFill>
                        <a:srgbClr val="BFBFBF"/>
                      </a:solidFill>
                      <a:prstDash val="solid"/>
                      <a:round/>
                      <a:headEnd type="none" w="med" len="med"/>
                      <a:tailEnd type="none" w="med" len="med"/>
                    </a:lnB>
                    <a:solidFill>
                      <a:srgbClr val="FFFFFF"/>
                    </a:solidFill>
                  </a:tcPr>
                </a:tc>
                <a:tc>
                  <a:txBody>
                    <a:bodyPr anchor="t" rtlCol="false"/>
                    <a:lstStyle/>
                    <a:p>
                      <a:pPr algn="ctr">
                        <a:lnSpc>
                          <a:spcPts val="2800"/>
                        </a:lnSpc>
                        <a:defRPr/>
                      </a:pPr>
                      <a:r>
                        <a:rPr lang="en-US" sz="2000">
                          <a:solidFill>
                            <a:srgbClr val="000000"/>
                          </a:solidFill>
                          <a:latin typeface="Open Sans"/>
                          <a:ea typeface="Open Sans"/>
                          <a:cs typeface="Open Sans"/>
                          <a:sym typeface="Open Sans"/>
                        </a:rPr>
                        <a:t>192.168.10.2</a:t>
                      </a:r>
                      <a:endParaRPr lang="en-US" sz="1100"/>
                    </a:p>
                  </a:txBody>
                  <a:tcPr marL="76200" marR="76200" marT="76200" marB="76200" anchor="ctr">
                    <a:lnL cmpd="sng" algn="ctr" cap="flat" w="12668">
                      <a:solidFill>
                        <a:srgbClr val="BFBFBF"/>
                      </a:solidFill>
                      <a:prstDash val="solid"/>
                      <a:round/>
                      <a:headEnd type="none" w="med" len="med"/>
                      <a:tailEnd type="none" w="med" len="med"/>
                    </a:lnL>
                    <a:lnR cmpd="sng" algn="ctr" cap="flat" w="12668">
                      <a:solidFill>
                        <a:srgbClr val="BFBFBF"/>
                      </a:solidFill>
                      <a:prstDash val="solid"/>
                      <a:round/>
                      <a:headEnd type="none" w="med" len="med"/>
                      <a:tailEnd type="none" w="med" len="med"/>
                    </a:lnR>
                    <a:lnT cmpd="sng" algn="ctr" cap="flat" w="12668">
                      <a:solidFill>
                        <a:srgbClr val="BFBFBF"/>
                      </a:solidFill>
                      <a:prstDash val="solid"/>
                      <a:round/>
                      <a:headEnd type="none" w="med" len="med"/>
                      <a:tailEnd type="none" w="med" len="med"/>
                    </a:lnT>
                    <a:lnB cmpd="sng" algn="ctr" cap="flat" w="12668">
                      <a:solidFill>
                        <a:srgbClr val="BFBFBF"/>
                      </a:solidFill>
                      <a:prstDash val="solid"/>
                      <a:round/>
                      <a:headEnd type="none" w="med" len="med"/>
                      <a:tailEnd type="none" w="med" len="med"/>
                    </a:lnB>
                    <a:solidFill>
                      <a:srgbClr val="FFFFFF"/>
                    </a:solidFill>
                  </a:tcPr>
                </a:tc>
                <a:tc>
                  <a:txBody>
                    <a:bodyPr anchor="t" rtlCol="false"/>
                    <a:lstStyle/>
                    <a:p>
                      <a:pPr algn="ctr">
                        <a:lnSpc>
                          <a:spcPts val="2800"/>
                        </a:lnSpc>
                        <a:defRPr/>
                      </a:pPr>
                      <a:r>
                        <a:rPr lang="en-US" sz="2000">
                          <a:solidFill>
                            <a:srgbClr val="000000"/>
                          </a:solidFill>
                          <a:latin typeface="Open Sans"/>
                          <a:ea typeface="Open Sans"/>
                          <a:cs typeface="Open Sans"/>
                          <a:sym typeface="Open Sans"/>
                        </a:rPr>
                        <a:t>/24</a:t>
                      </a:r>
                      <a:endParaRPr lang="en-US" sz="1100"/>
                    </a:p>
                  </a:txBody>
                  <a:tcPr marL="76200" marR="76200" marT="76200" marB="76200" anchor="ctr">
                    <a:lnL cmpd="sng" algn="ctr" cap="flat" w="12668">
                      <a:solidFill>
                        <a:srgbClr val="BFBFBF"/>
                      </a:solidFill>
                      <a:prstDash val="solid"/>
                      <a:round/>
                      <a:headEnd type="none" w="med" len="med"/>
                      <a:tailEnd type="none" w="med" len="med"/>
                    </a:lnL>
                    <a:lnR cmpd="sng" algn="ctr" cap="flat" w="12668">
                      <a:solidFill>
                        <a:srgbClr val="BFBFBF"/>
                      </a:solidFill>
                      <a:prstDash val="solid"/>
                      <a:round/>
                      <a:headEnd type="none" w="med" len="med"/>
                      <a:tailEnd type="none" w="med" len="med"/>
                    </a:lnR>
                    <a:lnT cmpd="sng" algn="ctr" cap="flat" w="12668">
                      <a:solidFill>
                        <a:srgbClr val="BFBFBF"/>
                      </a:solidFill>
                      <a:prstDash val="solid"/>
                      <a:round/>
                      <a:headEnd type="none" w="med" len="med"/>
                      <a:tailEnd type="none" w="med" len="med"/>
                    </a:lnT>
                    <a:lnB cmpd="sng" algn="ctr" cap="flat" w="12668">
                      <a:solidFill>
                        <a:srgbClr val="BFBFBF"/>
                      </a:solidFill>
                      <a:prstDash val="solid"/>
                      <a:round/>
                      <a:headEnd type="none" w="med" len="med"/>
                      <a:tailEnd type="none" w="med" len="med"/>
                    </a:lnB>
                    <a:solidFill>
                      <a:srgbClr val="FFFFFF"/>
                    </a:solidFill>
                  </a:tcPr>
                </a:tc>
                <a:tc>
                  <a:txBody>
                    <a:bodyPr anchor="t" rtlCol="false"/>
                    <a:lstStyle/>
                    <a:p>
                      <a:pPr algn="ctr">
                        <a:lnSpc>
                          <a:spcPts val="2800"/>
                        </a:lnSpc>
                        <a:defRPr/>
                      </a:pPr>
                      <a:r>
                        <a:rPr lang="en-US" sz="2000">
                          <a:solidFill>
                            <a:srgbClr val="000000"/>
                          </a:solidFill>
                          <a:latin typeface="Open Sans"/>
                          <a:ea typeface="Open Sans"/>
                          <a:cs typeface="Open Sans"/>
                          <a:sym typeface="Open Sans"/>
                        </a:rPr>
                        <a:t>192.168.10.1</a:t>
                      </a:r>
                      <a:endParaRPr lang="en-US" sz="1100"/>
                    </a:p>
                  </a:txBody>
                  <a:tcPr marL="76200" marR="76200" marT="76200" marB="76200" anchor="ctr">
                    <a:lnL cmpd="sng" algn="ctr" cap="flat" w="12668">
                      <a:solidFill>
                        <a:srgbClr val="BFBFBF"/>
                      </a:solidFill>
                      <a:prstDash val="solid"/>
                      <a:round/>
                      <a:headEnd type="none" w="med" len="med"/>
                      <a:tailEnd type="none" w="med" len="med"/>
                    </a:lnL>
                    <a:lnR cmpd="sng" algn="ctr" cap="flat" w="12668">
                      <a:solidFill>
                        <a:srgbClr val="BFBFBF"/>
                      </a:solidFill>
                      <a:prstDash val="solid"/>
                      <a:round/>
                      <a:headEnd type="none" w="med" len="med"/>
                      <a:tailEnd type="none" w="med" len="med"/>
                    </a:lnR>
                    <a:lnT cmpd="sng" algn="ctr" cap="flat" w="12668">
                      <a:solidFill>
                        <a:srgbClr val="BFBFBF"/>
                      </a:solidFill>
                      <a:prstDash val="solid"/>
                      <a:round/>
                      <a:headEnd type="none" w="med" len="med"/>
                      <a:tailEnd type="none" w="med" len="med"/>
                    </a:lnT>
                    <a:lnB cmpd="sng" algn="ctr" cap="flat" w="12668">
                      <a:solidFill>
                        <a:srgbClr val="BFBFBF"/>
                      </a:solidFill>
                      <a:prstDash val="solid"/>
                      <a:round/>
                      <a:headEnd type="none" w="med" len="med"/>
                      <a:tailEnd type="none" w="med" len="med"/>
                    </a:lnB>
                    <a:solidFill>
                      <a:srgbClr val="FFFFFF"/>
                    </a:solidFill>
                  </a:tcPr>
                </a:tc>
                <a:tc>
                  <a:txBody>
                    <a:bodyPr anchor="t" rtlCol="false"/>
                    <a:lstStyle/>
                    <a:p>
                      <a:pPr algn="ctr">
                        <a:lnSpc>
                          <a:spcPts val="2800"/>
                        </a:lnSpc>
                        <a:defRPr/>
                      </a:pPr>
                      <a:r>
                        <a:rPr lang="en-US" sz="2000">
                          <a:solidFill>
                            <a:srgbClr val="000000"/>
                          </a:solidFill>
                          <a:latin typeface="Open Sans"/>
                          <a:ea typeface="Open Sans"/>
                          <a:cs typeface="Open Sans"/>
                          <a:sym typeface="Open Sans"/>
                        </a:rPr>
                        <a:t>Client Pelanggan A</a:t>
                      </a:r>
                      <a:endParaRPr lang="en-US" sz="1100"/>
                    </a:p>
                  </a:txBody>
                  <a:tcPr marL="76200" marR="76200" marT="76200" marB="76200" anchor="ctr">
                    <a:lnL cmpd="sng" algn="ctr" cap="flat" w="12668">
                      <a:solidFill>
                        <a:srgbClr val="BFBFBF"/>
                      </a:solidFill>
                      <a:prstDash val="solid"/>
                      <a:round/>
                      <a:headEnd type="none" w="med" len="med"/>
                      <a:tailEnd type="none" w="med" len="med"/>
                    </a:lnL>
                    <a:lnR cmpd="sng" algn="ctr" cap="flat" w="12668">
                      <a:solidFill>
                        <a:srgbClr val="BFBFBF"/>
                      </a:solidFill>
                      <a:prstDash val="solid"/>
                      <a:round/>
                      <a:headEnd type="none" w="med" len="med"/>
                      <a:tailEnd type="none" w="med" len="med"/>
                    </a:lnR>
                    <a:lnT cmpd="sng" algn="ctr" cap="flat" w="12668">
                      <a:solidFill>
                        <a:srgbClr val="BFBFBF"/>
                      </a:solidFill>
                      <a:prstDash val="solid"/>
                      <a:round/>
                      <a:headEnd type="none" w="med" len="med"/>
                      <a:tailEnd type="none" w="med" len="med"/>
                    </a:lnT>
                    <a:lnB cmpd="sng" algn="ctr" cap="flat" w="12668">
                      <a:solidFill>
                        <a:srgbClr val="BFBFBF"/>
                      </a:solidFill>
                      <a:prstDash val="solid"/>
                      <a:round/>
                      <a:headEnd type="none" w="med" len="med"/>
                      <a:tailEnd type="none" w="med" len="med"/>
                    </a:lnB>
                    <a:solidFill>
                      <a:srgbClr val="FFFFFF"/>
                    </a:solidFill>
                  </a:tcPr>
                </a:tc>
              </a:tr>
              <a:tr h="734786">
                <a:tc>
                  <a:txBody>
                    <a:bodyPr anchor="t" rtlCol="false"/>
                    <a:lstStyle/>
                    <a:p>
                      <a:pPr algn="ctr">
                        <a:lnSpc>
                          <a:spcPts val="2800"/>
                        </a:lnSpc>
                        <a:defRPr/>
                      </a:pPr>
                      <a:r>
                        <a:rPr lang="en-US" sz="2000">
                          <a:solidFill>
                            <a:srgbClr val="000000"/>
                          </a:solidFill>
                          <a:latin typeface="Open Sans"/>
                          <a:ea typeface="Open Sans"/>
                          <a:cs typeface="Open Sans"/>
                          <a:sym typeface="Open Sans"/>
                        </a:rPr>
                        <a:t>12</a:t>
                      </a:r>
                      <a:endParaRPr lang="en-US" sz="1100"/>
                    </a:p>
                  </a:txBody>
                  <a:tcPr marL="76200" marR="76200" marT="76200" marB="76200" anchor="ctr">
                    <a:lnL cmpd="sng" algn="ctr" cap="flat" w="12668">
                      <a:solidFill>
                        <a:srgbClr val="BFBFBF"/>
                      </a:solidFill>
                      <a:prstDash val="solid"/>
                      <a:round/>
                      <a:headEnd type="none" w="med" len="med"/>
                      <a:tailEnd type="none" w="med" len="med"/>
                    </a:lnL>
                    <a:lnR cmpd="sng" algn="ctr" cap="flat" w="12668">
                      <a:solidFill>
                        <a:srgbClr val="BFBFBF"/>
                      </a:solidFill>
                      <a:prstDash val="solid"/>
                      <a:round/>
                      <a:headEnd type="none" w="med" len="med"/>
                      <a:tailEnd type="none" w="med" len="med"/>
                    </a:lnR>
                    <a:lnT cmpd="sng" algn="ctr" cap="flat" w="12668">
                      <a:solidFill>
                        <a:srgbClr val="BFBFBF"/>
                      </a:solidFill>
                      <a:prstDash val="solid"/>
                      <a:round/>
                      <a:headEnd type="none" w="med" len="med"/>
                      <a:tailEnd type="none" w="med" len="med"/>
                    </a:lnT>
                    <a:lnB cmpd="sng" algn="ctr" cap="flat" w="12668">
                      <a:solidFill>
                        <a:srgbClr val="BFBFBF"/>
                      </a:solidFill>
                      <a:prstDash val="solid"/>
                      <a:round/>
                      <a:headEnd type="none" w="med" len="med"/>
                      <a:tailEnd type="none" w="med" len="med"/>
                    </a:lnB>
                    <a:solidFill>
                      <a:srgbClr val="FFFFFF"/>
                    </a:solidFill>
                  </a:tcPr>
                </a:tc>
                <a:tc>
                  <a:txBody>
                    <a:bodyPr anchor="t" rtlCol="false"/>
                    <a:lstStyle/>
                    <a:p>
                      <a:pPr algn="ctr">
                        <a:lnSpc>
                          <a:spcPts val="2800"/>
                        </a:lnSpc>
                        <a:defRPr/>
                      </a:pPr>
                      <a:r>
                        <a:rPr lang="en-US" sz="2000">
                          <a:solidFill>
                            <a:srgbClr val="000000"/>
                          </a:solidFill>
                          <a:latin typeface="Open Sans"/>
                          <a:ea typeface="Open Sans"/>
                          <a:cs typeface="Open Sans"/>
                          <a:sym typeface="Open Sans"/>
                        </a:rPr>
                        <a:t>Ubuntu Client B</a:t>
                      </a:r>
                      <a:endParaRPr lang="en-US" sz="1100"/>
                    </a:p>
                  </a:txBody>
                  <a:tcPr marL="76200" marR="76200" marT="76200" marB="76200" anchor="ctr">
                    <a:lnL cmpd="sng" algn="ctr" cap="flat" w="12668">
                      <a:solidFill>
                        <a:srgbClr val="BFBFBF"/>
                      </a:solidFill>
                      <a:prstDash val="solid"/>
                      <a:round/>
                      <a:headEnd type="none" w="med" len="med"/>
                      <a:tailEnd type="none" w="med" len="med"/>
                    </a:lnL>
                    <a:lnR cmpd="sng" algn="ctr" cap="flat" w="12668">
                      <a:solidFill>
                        <a:srgbClr val="BFBFBF"/>
                      </a:solidFill>
                      <a:prstDash val="solid"/>
                      <a:round/>
                      <a:headEnd type="none" w="med" len="med"/>
                      <a:tailEnd type="none" w="med" len="med"/>
                    </a:lnR>
                    <a:lnT cmpd="sng" algn="ctr" cap="flat" w="12668">
                      <a:solidFill>
                        <a:srgbClr val="BFBFBF"/>
                      </a:solidFill>
                      <a:prstDash val="solid"/>
                      <a:round/>
                      <a:headEnd type="none" w="med" len="med"/>
                      <a:tailEnd type="none" w="med" len="med"/>
                    </a:lnT>
                    <a:lnB cmpd="sng" algn="ctr" cap="flat" w="12668">
                      <a:solidFill>
                        <a:srgbClr val="BFBFBF"/>
                      </a:solidFill>
                      <a:prstDash val="solid"/>
                      <a:round/>
                      <a:headEnd type="none" w="med" len="med"/>
                      <a:tailEnd type="none" w="med" len="med"/>
                    </a:lnB>
                    <a:solidFill>
                      <a:srgbClr val="FFFFFF"/>
                    </a:solidFill>
                  </a:tcPr>
                </a:tc>
                <a:tc>
                  <a:txBody>
                    <a:bodyPr anchor="t" rtlCol="false"/>
                    <a:lstStyle/>
                    <a:p>
                      <a:pPr algn="ctr">
                        <a:lnSpc>
                          <a:spcPts val="2800"/>
                        </a:lnSpc>
                        <a:defRPr/>
                      </a:pPr>
                      <a:r>
                        <a:rPr lang="en-US" sz="2000">
                          <a:solidFill>
                            <a:srgbClr val="000000"/>
                          </a:solidFill>
                          <a:latin typeface="Open Sans"/>
                          <a:ea typeface="Open Sans"/>
                          <a:cs typeface="Open Sans"/>
                          <a:sym typeface="Open Sans"/>
                        </a:rPr>
                        <a:t>enp0s3</a:t>
                      </a:r>
                      <a:endParaRPr lang="en-US" sz="1100"/>
                    </a:p>
                  </a:txBody>
                  <a:tcPr marL="76200" marR="76200" marT="76200" marB="76200" anchor="ctr">
                    <a:lnL cmpd="sng" algn="ctr" cap="flat" w="12668">
                      <a:solidFill>
                        <a:srgbClr val="BFBFBF"/>
                      </a:solidFill>
                      <a:prstDash val="solid"/>
                      <a:round/>
                      <a:headEnd type="none" w="med" len="med"/>
                      <a:tailEnd type="none" w="med" len="med"/>
                    </a:lnL>
                    <a:lnR cmpd="sng" algn="ctr" cap="flat" w="12668">
                      <a:solidFill>
                        <a:srgbClr val="BFBFBF"/>
                      </a:solidFill>
                      <a:prstDash val="solid"/>
                      <a:round/>
                      <a:headEnd type="none" w="med" len="med"/>
                      <a:tailEnd type="none" w="med" len="med"/>
                    </a:lnR>
                    <a:lnT cmpd="sng" algn="ctr" cap="flat" w="12668">
                      <a:solidFill>
                        <a:srgbClr val="BFBFBF"/>
                      </a:solidFill>
                      <a:prstDash val="solid"/>
                      <a:round/>
                      <a:headEnd type="none" w="med" len="med"/>
                      <a:tailEnd type="none" w="med" len="med"/>
                    </a:lnT>
                    <a:lnB cmpd="sng" algn="ctr" cap="flat" w="12668">
                      <a:solidFill>
                        <a:srgbClr val="BFBFBF"/>
                      </a:solidFill>
                      <a:prstDash val="solid"/>
                      <a:round/>
                      <a:headEnd type="none" w="med" len="med"/>
                      <a:tailEnd type="none" w="med" len="med"/>
                    </a:lnB>
                    <a:solidFill>
                      <a:srgbClr val="FFFFFF"/>
                    </a:solidFill>
                  </a:tcPr>
                </a:tc>
                <a:tc>
                  <a:txBody>
                    <a:bodyPr anchor="t" rtlCol="false"/>
                    <a:lstStyle/>
                    <a:p>
                      <a:pPr algn="ctr">
                        <a:lnSpc>
                          <a:spcPts val="2800"/>
                        </a:lnSpc>
                        <a:defRPr/>
                      </a:pPr>
                      <a:r>
                        <a:rPr lang="en-US" sz="2000">
                          <a:solidFill>
                            <a:srgbClr val="000000"/>
                          </a:solidFill>
                          <a:latin typeface="Open Sans"/>
                          <a:ea typeface="Open Sans"/>
                          <a:cs typeface="Open Sans"/>
                          <a:sym typeface="Open Sans"/>
                        </a:rPr>
                        <a:t>192.168.20.2</a:t>
                      </a:r>
                      <a:endParaRPr lang="en-US" sz="1100"/>
                    </a:p>
                  </a:txBody>
                  <a:tcPr marL="76200" marR="76200" marT="76200" marB="76200" anchor="ctr">
                    <a:lnL cmpd="sng" algn="ctr" cap="flat" w="12668">
                      <a:solidFill>
                        <a:srgbClr val="BFBFBF"/>
                      </a:solidFill>
                      <a:prstDash val="solid"/>
                      <a:round/>
                      <a:headEnd type="none" w="med" len="med"/>
                      <a:tailEnd type="none" w="med" len="med"/>
                    </a:lnL>
                    <a:lnR cmpd="sng" algn="ctr" cap="flat" w="12668">
                      <a:solidFill>
                        <a:srgbClr val="BFBFBF"/>
                      </a:solidFill>
                      <a:prstDash val="solid"/>
                      <a:round/>
                      <a:headEnd type="none" w="med" len="med"/>
                      <a:tailEnd type="none" w="med" len="med"/>
                    </a:lnR>
                    <a:lnT cmpd="sng" algn="ctr" cap="flat" w="12668">
                      <a:solidFill>
                        <a:srgbClr val="BFBFBF"/>
                      </a:solidFill>
                      <a:prstDash val="solid"/>
                      <a:round/>
                      <a:headEnd type="none" w="med" len="med"/>
                      <a:tailEnd type="none" w="med" len="med"/>
                    </a:lnT>
                    <a:lnB cmpd="sng" algn="ctr" cap="flat" w="12668">
                      <a:solidFill>
                        <a:srgbClr val="BFBFBF"/>
                      </a:solidFill>
                      <a:prstDash val="solid"/>
                      <a:round/>
                      <a:headEnd type="none" w="med" len="med"/>
                      <a:tailEnd type="none" w="med" len="med"/>
                    </a:lnB>
                    <a:solidFill>
                      <a:srgbClr val="FFFFFF"/>
                    </a:solidFill>
                  </a:tcPr>
                </a:tc>
                <a:tc>
                  <a:txBody>
                    <a:bodyPr anchor="t" rtlCol="false"/>
                    <a:lstStyle/>
                    <a:p>
                      <a:pPr algn="ctr">
                        <a:lnSpc>
                          <a:spcPts val="2800"/>
                        </a:lnSpc>
                        <a:defRPr/>
                      </a:pPr>
                      <a:r>
                        <a:rPr lang="en-US" sz="2000">
                          <a:solidFill>
                            <a:srgbClr val="000000"/>
                          </a:solidFill>
                          <a:latin typeface="Open Sans"/>
                          <a:ea typeface="Open Sans"/>
                          <a:cs typeface="Open Sans"/>
                          <a:sym typeface="Open Sans"/>
                        </a:rPr>
                        <a:t>/24</a:t>
                      </a:r>
                      <a:endParaRPr lang="en-US" sz="1100"/>
                    </a:p>
                  </a:txBody>
                  <a:tcPr marL="76200" marR="76200" marT="76200" marB="76200" anchor="ctr">
                    <a:lnL cmpd="sng" algn="ctr" cap="flat" w="12668">
                      <a:solidFill>
                        <a:srgbClr val="BFBFBF"/>
                      </a:solidFill>
                      <a:prstDash val="solid"/>
                      <a:round/>
                      <a:headEnd type="none" w="med" len="med"/>
                      <a:tailEnd type="none" w="med" len="med"/>
                    </a:lnL>
                    <a:lnR cmpd="sng" algn="ctr" cap="flat" w="12668">
                      <a:solidFill>
                        <a:srgbClr val="BFBFBF"/>
                      </a:solidFill>
                      <a:prstDash val="solid"/>
                      <a:round/>
                      <a:headEnd type="none" w="med" len="med"/>
                      <a:tailEnd type="none" w="med" len="med"/>
                    </a:lnR>
                    <a:lnT cmpd="sng" algn="ctr" cap="flat" w="12668">
                      <a:solidFill>
                        <a:srgbClr val="BFBFBF"/>
                      </a:solidFill>
                      <a:prstDash val="solid"/>
                      <a:round/>
                      <a:headEnd type="none" w="med" len="med"/>
                      <a:tailEnd type="none" w="med" len="med"/>
                    </a:lnT>
                    <a:lnB cmpd="sng" algn="ctr" cap="flat" w="12668">
                      <a:solidFill>
                        <a:srgbClr val="BFBFBF"/>
                      </a:solidFill>
                      <a:prstDash val="solid"/>
                      <a:round/>
                      <a:headEnd type="none" w="med" len="med"/>
                      <a:tailEnd type="none" w="med" len="med"/>
                    </a:lnB>
                    <a:solidFill>
                      <a:srgbClr val="FFFFFF"/>
                    </a:solidFill>
                  </a:tcPr>
                </a:tc>
                <a:tc>
                  <a:txBody>
                    <a:bodyPr anchor="t" rtlCol="false"/>
                    <a:lstStyle/>
                    <a:p>
                      <a:pPr algn="ctr">
                        <a:lnSpc>
                          <a:spcPts val="2800"/>
                        </a:lnSpc>
                        <a:defRPr/>
                      </a:pPr>
                      <a:r>
                        <a:rPr lang="en-US" sz="2000">
                          <a:solidFill>
                            <a:srgbClr val="000000"/>
                          </a:solidFill>
                          <a:latin typeface="Open Sans"/>
                          <a:ea typeface="Open Sans"/>
                          <a:cs typeface="Open Sans"/>
                          <a:sym typeface="Open Sans"/>
                        </a:rPr>
                        <a:t>192.168.20.1</a:t>
                      </a:r>
                      <a:endParaRPr lang="en-US" sz="1100"/>
                    </a:p>
                  </a:txBody>
                  <a:tcPr marL="76200" marR="76200" marT="76200" marB="76200" anchor="ctr">
                    <a:lnL cmpd="sng" algn="ctr" cap="flat" w="12668">
                      <a:solidFill>
                        <a:srgbClr val="BFBFBF"/>
                      </a:solidFill>
                      <a:prstDash val="solid"/>
                      <a:round/>
                      <a:headEnd type="none" w="med" len="med"/>
                      <a:tailEnd type="none" w="med" len="med"/>
                    </a:lnL>
                    <a:lnR cmpd="sng" algn="ctr" cap="flat" w="12668">
                      <a:solidFill>
                        <a:srgbClr val="BFBFBF"/>
                      </a:solidFill>
                      <a:prstDash val="solid"/>
                      <a:round/>
                      <a:headEnd type="none" w="med" len="med"/>
                      <a:tailEnd type="none" w="med" len="med"/>
                    </a:lnR>
                    <a:lnT cmpd="sng" algn="ctr" cap="flat" w="12668">
                      <a:solidFill>
                        <a:srgbClr val="BFBFBF"/>
                      </a:solidFill>
                      <a:prstDash val="solid"/>
                      <a:round/>
                      <a:headEnd type="none" w="med" len="med"/>
                      <a:tailEnd type="none" w="med" len="med"/>
                    </a:lnT>
                    <a:lnB cmpd="sng" algn="ctr" cap="flat" w="12668">
                      <a:solidFill>
                        <a:srgbClr val="BFBFBF"/>
                      </a:solidFill>
                      <a:prstDash val="solid"/>
                      <a:round/>
                      <a:headEnd type="none" w="med" len="med"/>
                      <a:tailEnd type="none" w="med" len="med"/>
                    </a:lnB>
                    <a:solidFill>
                      <a:srgbClr val="FFFFFF"/>
                    </a:solidFill>
                  </a:tcPr>
                </a:tc>
                <a:tc>
                  <a:txBody>
                    <a:bodyPr anchor="t" rtlCol="false"/>
                    <a:lstStyle/>
                    <a:p>
                      <a:pPr algn="ctr">
                        <a:lnSpc>
                          <a:spcPts val="2800"/>
                        </a:lnSpc>
                        <a:defRPr/>
                      </a:pPr>
                      <a:r>
                        <a:rPr lang="en-US" sz="2000">
                          <a:solidFill>
                            <a:srgbClr val="000000"/>
                          </a:solidFill>
                          <a:latin typeface="Open Sans"/>
                          <a:ea typeface="Open Sans"/>
                          <a:cs typeface="Open Sans"/>
                          <a:sym typeface="Open Sans"/>
                        </a:rPr>
                        <a:t>Client Pelanggan B</a:t>
                      </a:r>
                      <a:endParaRPr lang="en-US" sz="1100"/>
                    </a:p>
                  </a:txBody>
                  <a:tcPr marL="76200" marR="76200" marT="76200" marB="76200" anchor="ctr">
                    <a:lnL cmpd="sng" algn="ctr" cap="flat" w="12668">
                      <a:solidFill>
                        <a:srgbClr val="BFBFBF"/>
                      </a:solidFill>
                      <a:prstDash val="solid"/>
                      <a:round/>
                      <a:headEnd type="none" w="med" len="med"/>
                      <a:tailEnd type="none" w="med" len="med"/>
                    </a:lnL>
                    <a:lnR cmpd="sng" algn="ctr" cap="flat" w="12668">
                      <a:solidFill>
                        <a:srgbClr val="BFBFBF"/>
                      </a:solidFill>
                      <a:prstDash val="solid"/>
                      <a:round/>
                      <a:headEnd type="none" w="med" len="med"/>
                      <a:tailEnd type="none" w="med" len="med"/>
                    </a:lnR>
                    <a:lnT cmpd="sng" algn="ctr" cap="flat" w="12668">
                      <a:solidFill>
                        <a:srgbClr val="BFBFBF"/>
                      </a:solidFill>
                      <a:prstDash val="solid"/>
                      <a:round/>
                      <a:headEnd type="none" w="med" len="med"/>
                      <a:tailEnd type="none" w="med" len="med"/>
                    </a:lnT>
                    <a:lnB cmpd="sng" algn="ctr" cap="flat" w="12668">
                      <a:solidFill>
                        <a:srgbClr val="BFBFBF"/>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ADC1FF"/>
        </a:solidFill>
      </p:bgPr>
    </p:bg>
    <p:spTree>
      <p:nvGrpSpPr>
        <p:cNvPr id="1" name=""/>
        <p:cNvGrpSpPr/>
        <p:nvPr/>
      </p:nvGrpSpPr>
      <p:grpSpPr>
        <a:xfrm>
          <a:off x="0" y="0"/>
          <a:ext cx="0" cy="0"/>
          <a:chOff x="0" y="0"/>
          <a:chExt cx="0" cy="0"/>
        </a:xfrm>
      </p:grpSpPr>
      <p:sp>
        <p:nvSpPr>
          <p:cNvPr name="Freeform 2" id="2"/>
          <p:cNvSpPr/>
          <p:nvPr/>
        </p:nvSpPr>
        <p:spPr>
          <a:xfrm flipH="false" flipV="false" rot="0">
            <a:off x="2377205" y="762000"/>
            <a:ext cx="13533591" cy="8763000"/>
          </a:xfrm>
          <a:custGeom>
            <a:avLst/>
            <a:gdLst/>
            <a:ahLst/>
            <a:cxnLst/>
            <a:rect r="r" b="b" t="t" l="l"/>
            <a:pathLst>
              <a:path h="8763000" w="13533591">
                <a:moveTo>
                  <a:pt x="0" y="0"/>
                </a:moveTo>
                <a:lnTo>
                  <a:pt x="13533590" y="0"/>
                </a:lnTo>
                <a:lnTo>
                  <a:pt x="13533590" y="8763000"/>
                </a:lnTo>
                <a:lnTo>
                  <a:pt x="0" y="8763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451873" y="-697031"/>
            <a:ext cx="4078795" cy="4114800"/>
          </a:xfrm>
          <a:custGeom>
            <a:avLst/>
            <a:gdLst/>
            <a:ahLst/>
            <a:cxnLst/>
            <a:rect r="r" b="b" t="t" l="l"/>
            <a:pathLst>
              <a:path h="4114800" w="4078795">
                <a:moveTo>
                  <a:pt x="0" y="0"/>
                </a:moveTo>
                <a:lnTo>
                  <a:pt x="4078796" y="0"/>
                </a:lnTo>
                <a:lnTo>
                  <a:pt x="4078796" y="4114800"/>
                </a:lnTo>
                <a:lnTo>
                  <a:pt x="0" y="4114800"/>
                </a:lnTo>
                <a:lnTo>
                  <a:pt x="0" y="0"/>
                </a:lnTo>
                <a:close/>
              </a:path>
            </a:pathLst>
          </a:custGeom>
          <a:blipFill>
            <a:blip r:embed="rId4">
              <a:alphaModFix amt="14000"/>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0">
            <a:off x="14809665" y="9258300"/>
            <a:ext cx="3478335" cy="1695688"/>
          </a:xfrm>
          <a:custGeom>
            <a:avLst/>
            <a:gdLst/>
            <a:ahLst/>
            <a:cxnLst/>
            <a:rect r="r" b="b" t="t" l="l"/>
            <a:pathLst>
              <a:path h="1695688" w="3478335">
                <a:moveTo>
                  <a:pt x="0" y="0"/>
                </a:moveTo>
                <a:lnTo>
                  <a:pt x="3478335" y="0"/>
                </a:lnTo>
                <a:lnTo>
                  <a:pt x="3478335" y="1695688"/>
                </a:lnTo>
                <a:lnTo>
                  <a:pt x="0" y="169568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4735917" y="-662464"/>
            <a:ext cx="3478335" cy="1695688"/>
          </a:xfrm>
          <a:custGeom>
            <a:avLst/>
            <a:gdLst/>
            <a:ahLst/>
            <a:cxnLst/>
            <a:rect r="r" b="b" t="t" l="l"/>
            <a:pathLst>
              <a:path h="1695688" w="3478335">
                <a:moveTo>
                  <a:pt x="0" y="0"/>
                </a:moveTo>
                <a:lnTo>
                  <a:pt x="3478335" y="0"/>
                </a:lnTo>
                <a:lnTo>
                  <a:pt x="3478335" y="1695688"/>
                </a:lnTo>
                <a:lnTo>
                  <a:pt x="0" y="169568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3334157" y="2541921"/>
            <a:ext cx="11619686" cy="3167839"/>
          </a:xfrm>
          <a:custGeom>
            <a:avLst/>
            <a:gdLst/>
            <a:ahLst/>
            <a:cxnLst/>
            <a:rect r="r" b="b" t="t" l="l"/>
            <a:pathLst>
              <a:path h="3167839" w="11619686">
                <a:moveTo>
                  <a:pt x="0" y="0"/>
                </a:moveTo>
                <a:lnTo>
                  <a:pt x="11619686" y="0"/>
                </a:lnTo>
                <a:lnTo>
                  <a:pt x="11619686" y="3167840"/>
                </a:lnTo>
                <a:lnTo>
                  <a:pt x="0" y="3167840"/>
                </a:lnTo>
                <a:lnTo>
                  <a:pt x="0" y="0"/>
                </a:lnTo>
                <a:close/>
              </a:path>
            </a:pathLst>
          </a:custGeom>
          <a:blipFill>
            <a:blip r:embed="rId8"/>
            <a:stretch>
              <a:fillRect l="0" t="0" r="0" b="0"/>
            </a:stretch>
          </a:blipFill>
        </p:spPr>
      </p:sp>
      <p:sp>
        <p:nvSpPr>
          <p:cNvPr name="TextBox 7" id="7"/>
          <p:cNvSpPr txBox="true"/>
          <p:nvPr/>
        </p:nvSpPr>
        <p:spPr>
          <a:xfrm rot="0">
            <a:off x="3334157" y="6021625"/>
            <a:ext cx="11946455" cy="2800985"/>
          </a:xfrm>
          <a:prstGeom prst="rect">
            <a:avLst/>
          </a:prstGeom>
        </p:spPr>
        <p:txBody>
          <a:bodyPr anchor="t" rtlCol="false" tIns="0" lIns="0" bIns="0" rIns="0">
            <a:spAutoFit/>
          </a:bodyPr>
          <a:lstStyle/>
          <a:p>
            <a:pPr algn="l">
              <a:lnSpc>
                <a:spcPts val="3640"/>
              </a:lnSpc>
            </a:pPr>
            <a:r>
              <a:rPr lang="en-US" sz="2600">
                <a:solidFill>
                  <a:srgbClr val="000000"/>
                </a:solidFill>
                <a:latin typeface="Agrandir"/>
                <a:ea typeface="Agrandir"/>
                <a:cs typeface="Agrandir"/>
                <a:sym typeface="Agrandir"/>
              </a:rPr>
              <a:t>/ip address add address=200.200.200.1/24 interface=ether3</a:t>
            </a:r>
          </a:p>
          <a:p>
            <a:pPr algn="l">
              <a:lnSpc>
                <a:spcPts val="3640"/>
              </a:lnSpc>
            </a:pPr>
            <a:r>
              <a:rPr lang="en-US" sz="2600">
                <a:solidFill>
                  <a:srgbClr val="000000"/>
                </a:solidFill>
                <a:latin typeface="Agrandir"/>
                <a:ea typeface="Agrandir"/>
                <a:cs typeface="Agrandir"/>
                <a:sym typeface="Agrandir"/>
              </a:rPr>
              <a:t>/ip address add address=100.100.100.1/30 interface=ether4</a:t>
            </a:r>
          </a:p>
          <a:p>
            <a:pPr algn="l">
              <a:lnSpc>
                <a:spcPts val="3640"/>
              </a:lnSpc>
            </a:pPr>
            <a:r>
              <a:rPr lang="en-US" sz="2600">
                <a:solidFill>
                  <a:srgbClr val="000000"/>
                </a:solidFill>
                <a:latin typeface="Agrandir"/>
                <a:ea typeface="Agrandir"/>
                <a:cs typeface="Agrandir"/>
                <a:sym typeface="Agrandir"/>
              </a:rPr>
              <a:t>/ip address add address=100.100.100.5/30 interface=ether5</a:t>
            </a:r>
          </a:p>
          <a:p>
            <a:pPr algn="l">
              <a:lnSpc>
                <a:spcPts val="3640"/>
              </a:lnSpc>
            </a:pPr>
            <a:r>
              <a:rPr lang="en-US" sz="2600">
                <a:solidFill>
                  <a:srgbClr val="000000"/>
                </a:solidFill>
                <a:latin typeface="Agrandir"/>
                <a:ea typeface="Agrandir"/>
                <a:cs typeface="Agrandir"/>
                <a:sym typeface="Agrandir"/>
              </a:rPr>
              <a:t>/ip route add dst-address=192.168.10.0/24 gateway=100.100.100.2</a:t>
            </a:r>
          </a:p>
          <a:p>
            <a:pPr algn="l">
              <a:lnSpc>
                <a:spcPts val="3640"/>
              </a:lnSpc>
            </a:pPr>
            <a:r>
              <a:rPr lang="en-US" sz="2600">
                <a:solidFill>
                  <a:srgbClr val="000000"/>
                </a:solidFill>
                <a:latin typeface="Agrandir"/>
                <a:ea typeface="Agrandir"/>
                <a:cs typeface="Agrandir"/>
                <a:sym typeface="Agrandir"/>
              </a:rPr>
              <a:t>/ip route add dst-address=192.168.20.0/24 gateway=100.100.100.6</a:t>
            </a:r>
          </a:p>
          <a:p>
            <a:pPr algn="l">
              <a:lnSpc>
                <a:spcPts val="3640"/>
              </a:lnSpc>
              <a:spcBef>
                <a:spcPct val="0"/>
              </a:spcBef>
            </a:pPr>
            <a:r>
              <a:rPr lang="en-US" sz="2600">
                <a:solidFill>
                  <a:srgbClr val="000000"/>
                </a:solidFill>
                <a:latin typeface="Agrandir"/>
                <a:ea typeface="Agrandir"/>
                <a:cs typeface="Agrandir"/>
                <a:sym typeface="Agrandir"/>
              </a:rPr>
              <a:t>/ip firewall nat add chain=srcnat out-interface=ether2 action=masquerade</a:t>
            </a:r>
          </a:p>
        </p:txBody>
      </p:sp>
      <p:sp>
        <p:nvSpPr>
          <p:cNvPr name="TextBox 8" id="8"/>
          <p:cNvSpPr txBox="true"/>
          <p:nvPr/>
        </p:nvSpPr>
        <p:spPr>
          <a:xfrm rot="0">
            <a:off x="3334157" y="1455603"/>
            <a:ext cx="6384649" cy="843280"/>
          </a:xfrm>
          <a:prstGeom prst="rect">
            <a:avLst/>
          </a:prstGeom>
        </p:spPr>
        <p:txBody>
          <a:bodyPr anchor="t" rtlCol="false" tIns="0" lIns="0" bIns="0" rIns="0">
            <a:spAutoFit/>
          </a:bodyPr>
          <a:lstStyle/>
          <a:p>
            <a:pPr algn="ctr" marL="0" indent="0" lvl="0">
              <a:lnSpc>
                <a:spcPts val="6200"/>
              </a:lnSpc>
            </a:pPr>
            <a:r>
              <a:rPr lang="en-US" sz="6200" spc="136">
                <a:solidFill>
                  <a:srgbClr val="1F1C19"/>
                </a:solidFill>
                <a:latin typeface="Bobby Jones Condensed"/>
                <a:ea typeface="Bobby Jones Condensed"/>
                <a:cs typeface="Bobby Jones Condensed"/>
                <a:sym typeface="Bobby Jones Condensed"/>
              </a:rPr>
              <a:t>KONFIGURASI router isp</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ADC1FF"/>
        </a:solidFill>
      </p:bgPr>
    </p:bg>
    <p:spTree>
      <p:nvGrpSpPr>
        <p:cNvPr id="1" name=""/>
        <p:cNvGrpSpPr/>
        <p:nvPr/>
      </p:nvGrpSpPr>
      <p:grpSpPr>
        <a:xfrm>
          <a:off x="0" y="0"/>
          <a:ext cx="0" cy="0"/>
          <a:chOff x="0" y="0"/>
          <a:chExt cx="0" cy="0"/>
        </a:xfrm>
      </p:grpSpPr>
      <p:sp>
        <p:nvSpPr>
          <p:cNvPr name="Freeform 2" id="2"/>
          <p:cNvSpPr/>
          <p:nvPr/>
        </p:nvSpPr>
        <p:spPr>
          <a:xfrm flipH="false" flipV="false" rot="0">
            <a:off x="2377205" y="762000"/>
            <a:ext cx="13533591" cy="8763000"/>
          </a:xfrm>
          <a:custGeom>
            <a:avLst/>
            <a:gdLst/>
            <a:ahLst/>
            <a:cxnLst/>
            <a:rect r="r" b="b" t="t" l="l"/>
            <a:pathLst>
              <a:path h="8763000" w="13533591">
                <a:moveTo>
                  <a:pt x="0" y="0"/>
                </a:moveTo>
                <a:lnTo>
                  <a:pt x="13533590" y="0"/>
                </a:lnTo>
                <a:lnTo>
                  <a:pt x="13533590" y="8763000"/>
                </a:lnTo>
                <a:lnTo>
                  <a:pt x="0" y="8763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451873" y="-697031"/>
            <a:ext cx="4078795" cy="4114800"/>
          </a:xfrm>
          <a:custGeom>
            <a:avLst/>
            <a:gdLst/>
            <a:ahLst/>
            <a:cxnLst/>
            <a:rect r="r" b="b" t="t" l="l"/>
            <a:pathLst>
              <a:path h="4114800" w="4078795">
                <a:moveTo>
                  <a:pt x="0" y="0"/>
                </a:moveTo>
                <a:lnTo>
                  <a:pt x="4078796" y="0"/>
                </a:lnTo>
                <a:lnTo>
                  <a:pt x="4078796" y="4114800"/>
                </a:lnTo>
                <a:lnTo>
                  <a:pt x="0" y="4114800"/>
                </a:lnTo>
                <a:lnTo>
                  <a:pt x="0" y="0"/>
                </a:lnTo>
                <a:close/>
              </a:path>
            </a:pathLst>
          </a:custGeom>
          <a:blipFill>
            <a:blip r:embed="rId4">
              <a:alphaModFix amt="14000"/>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0">
            <a:off x="14809665" y="9258300"/>
            <a:ext cx="3478335" cy="1695688"/>
          </a:xfrm>
          <a:custGeom>
            <a:avLst/>
            <a:gdLst/>
            <a:ahLst/>
            <a:cxnLst/>
            <a:rect r="r" b="b" t="t" l="l"/>
            <a:pathLst>
              <a:path h="1695688" w="3478335">
                <a:moveTo>
                  <a:pt x="0" y="0"/>
                </a:moveTo>
                <a:lnTo>
                  <a:pt x="3478335" y="0"/>
                </a:lnTo>
                <a:lnTo>
                  <a:pt x="3478335" y="1695688"/>
                </a:lnTo>
                <a:lnTo>
                  <a:pt x="0" y="169568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4735917" y="-662464"/>
            <a:ext cx="3478335" cy="1695688"/>
          </a:xfrm>
          <a:custGeom>
            <a:avLst/>
            <a:gdLst/>
            <a:ahLst/>
            <a:cxnLst/>
            <a:rect r="r" b="b" t="t" l="l"/>
            <a:pathLst>
              <a:path h="1695688" w="3478335">
                <a:moveTo>
                  <a:pt x="0" y="0"/>
                </a:moveTo>
                <a:lnTo>
                  <a:pt x="3478335" y="0"/>
                </a:lnTo>
                <a:lnTo>
                  <a:pt x="3478335" y="1695688"/>
                </a:lnTo>
                <a:lnTo>
                  <a:pt x="0" y="169568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3334157" y="3016592"/>
            <a:ext cx="11619686" cy="2411149"/>
          </a:xfrm>
          <a:custGeom>
            <a:avLst/>
            <a:gdLst/>
            <a:ahLst/>
            <a:cxnLst/>
            <a:rect r="r" b="b" t="t" l="l"/>
            <a:pathLst>
              <a:path h="2411149" w="11619686">
                <a:moveTo>
                  <a:pt x="0" y="0"/>
                </a:moveTo>
                <a:lnTo>
                  <a:pt x="11619686" y="0"/>
                </a:lnTo>
                <a:lnTo>
                  <a:pt x="11619686" y="2411149"/>
                </a:lnTo>
                <a:lnTo>
                  <a:pt x="0" y="2411149"/>
                </a:lnTo>
                <a:lnTo>
                  <a:pt x="0" y="0"/>
                </a:lnTo>
                <a:close/>
              </a:path>
            </a:pathLst>
          </a:custGeom>
          <a:blipFill>
            <a:blip r:embed="rId8"/>
            <a:stretch>
              <a:fillRect l="0" t="0" r="0" b="0"/>
            </a:stretch>
          </a:blipFill>
        </p:spPr>
      </p:sp>
      <p:sp>
        <p:nvSpPr>
          <p:cNvPr name="TextBox 7" id="7"/>
          <p:cNvSpPr txBox="true"/>
          <p:nvPr/>
        </p:nvSpPr>
        <p:spPr>
          <a:xfrm rot="0">
            <a:off x="3334157" y="6021625"/>
            <a:ext cx="11946455" cy="2343785"/>
          </a:xfrm>
          <a:prstGeom prst="rect">
            <a:avLst/>
          </a:prstGeom>
        </p:spPr>
        <p:txBody>
          <a:bodyPr anchor="t" rtlCol="false" tIns="0" lIns="0" bIns="0" rIns="0">
            <a:spAutoFit/>
          </a:bodyPr>
          <a:lstStyle/>
          <a:p>
            <a:pPr algn="l">
              <a:lnSpc>
                <a:spcPts val="3640"/>
              </a:lnSpc>
            </a:pPr>
            <a:r>
              <a:rPr lang="en-US" sz="2600">
                <a:solidFill>
                  <a:srgbClr val="000000"/>
                </a:solidFill>
                <a:latin typeface="Agrandir"/>
                <a:ea typeface="Agrandir"/>
                <a:cs typeface="Agrandir"/>
                <a:sym typeface="Agrandir"/>
              </a:rPr>
              <a:t>/ip address add address=100.100.100.2/30 interface=ether1</a:t>
            </a:r>
          </a:p>
          <a:p>
            <a:pPr algn="l">
              <a:lnSpc>
                <a:spcPts val="3640"/>
              </a:lnSpc>
            </a:pPr>
            <a:r>
              <a:rPr lang="en-US" sz="2600">
                <a:solidFill>
                  <a:srgbClr val="000000"/>
                </a:solidFill>
                <a:latin typeface="Agrandir"/>
                <a:ea typeface="Agrandir"/>
                <a:cs typeface="Agrandir"/>
                <a:sym typeface="Agrandir"/>
              </a:rPr>
              <a:t>/ip address add address=192.168.10.1/24 interface=ether2</a:t>
            </a:r>
          </a:p>
          <a:p>
            <a:pPr algn="l">
              <a:lnSpc>
                <a:spcPts val="3640"/>
              </a:lnSpc>
            </a:pPr>
            <a:r>
              <a:rPr lang="en-US" sz="2600">
                <a:solidFill>
                  <a:srgbClr val="000000"/>
                </a:solidFill>
                <a:latin typeface="Agrandir"/>
                <a:ea typeface="Agrandir"/>
                <a:cs typeface="Agrandir"/>
                <a:sym typeface="Agrandir"/>
              </a:rPr>
              <a:t>/ip route add dst-address=0.0.0.0/0 gateway=100.100.100.1</a:t>
            </a:r>
          </a:p>
          <a:p>
            <a:pPr algn="l">
              <a:lnSpc>
                <a:spcPts val="3640"/>
              </a:lnSpc>
            </a:pPr>
            <a:r>
              <a:rPr lang="en-US" sz="2600">
                <a:solidFill>
                  <a:srgbClr val="000000"/>
                </a:solidFill>
                <a:latin typeface="Agrandir"/>
                <a:ea typeface="Agrandir"/>
                <a:cs typeface="Agrandir"/>
                <a:sym typeface="Agrandir"/>
              </a:rPr>
              <a:t>/ip dns set servers=8.8.8.8,8.8.4.4 allow-remote-request=yes</a:t>
            </a:r>
          </a:p>
          <a:p>
            <a:pPr algn="l">
              <a:lnSpc>
                <a:spcPts val="3640"/>
              </a:lnSpc>
              <a:spcBef>
                <a:spcPct val="0"/>
              </a:spcBef>
            </a:pPr>
            <a:r>
              <a:rPr lang="en-US" sz="2600">
                <a:solidFill>
                  <a:srgbClr val="000000"/>
                </a:solidFill>
                <a:latin typeface="Agrandir"/>
                <a:ea typeface="Agrandir"/>
                <a:cs typeface="Agrandir"/>
                <a:sym typeface="Agrandir"/>
              </a:rPr>
              <a:t>/ip firewall nat add chain=srcnat out-interface=ether1 action=masquerade</a:t>
            </a:r>
          </a:p>
        </p:txBody>
      </p:sp>
      <p:sp>
        <p:nvSpPr>
          <p:cNvPr name="TextBox 8" id="8"/>
          <p:cNvSpPr txBox="true"/>
          <p:nvPr/>
        </p:nvSpPr>
        <p:spPr>
          <a:xfrm rot="0">
            <a:off x="3334157" y="1455603"/>
            <a:ext cx="9065603" cy="843280"/>
          </a:xfrm>
          <a:prstGeom prst="rect">
            <a:avLst/>
          </a:prstGeom>
        </p:spPr>
        <p:txBody>
          <a:bodyPr anchor="t" rtlCol="false" tIns="0" lIns="0" bIns="0" rIns="0">
            <a:spAutoFit/>
          </a:bodyPr>
          <a:lstStyle/>
          <a:p>
            <a:pPr algn="ctr" marL="0" indent="0" lvl="0">
              <a:lnSpc>
                <a:spcPts val="6200"/>
              </a:lnSpc>
            </a:pPr>
            <a:r>
              <a:rPr lang="en-US" sz="6200" spc="136">
                <a:solidFill>
                  <a:srgbClr val="1F1C19"/>
                </a:solidFill>
                <a:latin typeface="Bobby Jones Condensed"/>
                <a:ea typeface="Bobby Jones Condensed"/>
                <a:cs typeface="Bobby Jones Condensed"/>
                <a:sym typeface="Bobby Jones Condensed"/>
              </a:rPr>
              <a:t>KONFIGURASI router Pelanggan A</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ADC1FF"/>
        </a:solidFill>
      </p:bgPr>
    </p:bg>
    <p:spTree>
      <p:nvGrpSpPr>
        <p:cNvPr id="1" name=""/>
        <p:cNvGrpSpPr/>
        <p:nvPr/>
      </p:nvGrpSpPr>
      <p:grpSpPr>
        <a:xfrm>
          <a:off x="0" y="0"/>
          <a:ext cx="0" cy="0"/>
          <a:chOff x="0" y="0"/>
          <a:chExt cx="0" cy="0"/>
        </a:xfrm>
      </p:grpSpPr>
      <p:sp>
        <p:nvSpPr>
          <p:cNvPr name="Freeform 2" id="2"/>
          <p:cNvSpPr/>
          <p:nvPr/>
        </p:nvSpPr>
        <p:spPr>
          <a:xfrm flipH="false" flipV="false" rot="0">
            <a:off x="2377205" y="762000"/>
            <a:ext cx="13533591" cy="8763000"/>
          </a:xfrm>
          <a:custGeom>
            <a:avLst/>
            <a:gdLst/>
            <a:ahLst/>
            <a:cxnLst/>
            <a:rect r="r" b="b" t="t" l="l"/>
            <a:pathLst>
              <a:path h="8763000" w="13533591">
                <a:moveTo>
                  <a:pt x="0" y="0"/>
                </a:moveTo>
                <a:lnTo>
                  <a:pt x="13533590" y="0"/>
                </a:lnTo>
                <a:lnTo>
                  <a:pt x="13533590" y="8763000"/>
                </a:lnTo>
                <a:lnTo>
                  <a:pt x="0" y="8763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451873" y="-697031"/>
            <a:ext cx="4078795" cy="4114800"/>
          </a:xfrm>
          <a:custGeom>
            <a:avLst/>
            <a:gdLst/>
            <a:ahLst/>
            <a:cxnLst/>
            <a:rect r="r" b="b" t="t" l="l"/>
            <a:pathLst>
              <a:path h="4114800" w="4078795">
                <a:moveTo>
                  <a:pt x="0" y="0"/>
                </a:moveTo>
                <a:lnTo>
                  <a:pt x="4078796" y="0"/>
                </a:lnTo>
                <a:lnTo>
                  <a:pt x="4078796" y="4114800"/>
                </a:lnTo>
                <a:lnTo>
                  <a:pt x="0" y="4114800"/>
                </a:lnTo>
                <a:lnTo>
                  <a:pt x="0" y="0"/>
                </a:lnTo>
                <a:close/>
              </a:path>
            </a:pathLst>
          </a:custGeom>
          <a:blipFill>
            <a:blip r:embed="rId4">
              <a:alphaModFix amt="14000"/>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0">
            <a:off x="14809665" y="9258300"/>
            <a:ext cx="3478335" cy="1695688"/>
          </a:xfrm>
          <a:custGeom>
            <a:avLst/>
            <a:gdLst/>
            <a:ahLst/>
            <a:cxnLst/>
            <a:rect r="r" b="b" t="t" l="l"/>
            <a:pathLst>
              <a:path h="1695688" w="3478335">
                <a:moveTo>
                  <a:pt x="0" y="0"/>
                </a:moveTo>
                <a:lnTo>
                  <a:pt x="3478335" y="0"/>
                </a:lnTo>
                <a:lnTo>
                  <a:pt x="3478335" y="1695688"/>
                </a:lnTo>
                <a:lnTo>
                  <a:pt x="0" y="169568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4735917" y="-662464"/>
            <a:ext cx="3478335" cy="1695688"/>
          </a:xfrm>
          <a:custGeom>
            <a:avLst/>
            <a:gdLst/>
            <a:ahLst/>
            <a:cxnLst/>
            <a:rect r="r" b="b" t="t" l="l"/>
            <a:pathLst>
              <a:path h="1695688" w="3478335">
                <a:moveTo>
                  <a:pt x="0" y="0"/>
                </a:moveTo>
                <a:lnTo>
                  <a:pt x="3478335" y="0"/>
                </a:lnTo>
                <a:lnTo>
                  <a:pt x="3478335" y="1695688"/>
                </a:lnTo>
                <a:lnTo>
                  <a:pt x="0" y="169568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3334157" y="3119194"/>
            <a:ext cx="11619686" cy="2205945"/>
          </a:xfrm>
          <a:custGeom>
            <a:avLst/>
            <a:gdLst/>
            <a:ahLst/>
            <a:cxnLst/>
            <a:rect r="r" b="b" t="t" l="l"/>
            <a:pathLst>
              <a:path h="2205945" w="11619686">
                <a:moveTo>
                  <a:pt x="0" y="0"/>
                </a:moveTo>
                <a:lnTo>
                  <a:pt x="11619686" y="0"/>
                </a:lnTo>
                <a:lnTo>
                  <a:pt x="11619686" y="2205945"/>
                </a:lnTo>
                <a:lnTo>
                  <a:pt x="0" y="2205945"/>
                </a:lnTo>
                <a:lnTo>
                  <a:pt x="0" y="0"/>
                </a:lnTo>
                <a:close/>
              </a:path>
            </a:pathLst>
          </a:custGeom>
          <a:blipFill>
            <a:blip r:embed="rId8"/>
            <a:stretch>
              <a:fillRect l="0" t="0" r="0" b="0"/>
            </a:stretch>
          </a:blipFill>
        </p:spPr>
      </p:sp>
      <p:sp>
        <p:nvSpPr>
          <p:cNvPr name="TextBox 7" id="7"/>
          <p:cNvSpPr txBox="true"/>
          <p:nvPr/>
        </p:nvSpPr>
        <p:spPr>
          <a:xfrm rot="0">
            <a:off x="3334157" y="6021625"/>
            <a:ext cx="11946455" cy="2343785"/>
          </a:xfrm>
          <a:prstGeom prst="rect">
            <a:avLst/>
          </a:prstGeom>
        </p:spPr>
        <p:txBody>
          <a:bodyPr anchor="t" rtlCol="false" tIns="0" lIns="0" bIns="0" rIns="0">
            <a:spAutoFit/>
          </a:bodyPr>
          <a:lstStyle/>
          <a:p>
            <a:pPr algn="l">
              <a:lnSpc>
                <a:spcPts val="3640"/>
              </a:lnSpc>
            </a:pPr>
            <a:r>
              <a:rPr lang="en-US" sz="2600">
                <a:solidFill>
                  <a:srgbClr val="000000"/>
                </a:solidFill>
                <a:latin typeface="Agrandir"/>
                <a:ea typeface="Agrandir"/>
                <a:cs typeface="Agrandir"/>
                <a:sym typeface="Agrandir"/>
              </a:rPr>
              <a:t>/ip address add address=100.100.100.6/30 interface=ether2</a:t>
            </a:r>
          </a:p>
          <a:p>
            <a:pPr algn="l">
              <a:lnSpc>
                <a:spcPts val="3640"/>
              </a:lnSpc>
            </a:pPr>
            <a:r>
              <a:rPr lang="en-US" sz="2600">
                <a:solidFill>
                  <a:srgbClr val="000000"/>
                </a:solidFill>
                <a:latin typeface="Agrandir"/>
                <a:ea typeface="Agrandir"/>
                <a:cs typeface="Agrandir"/>
                <a:sym typeface="Agrandir"/>
              </a:rPr>
              <a:t>/ip address add address=192.168.20.1/24 interface=ether3</a:t>
            </a:r>
          </a:p>
          <a:p>
            <a:pPr algn="l">
              <a:lnSpc>
                <a:spcPts val="3640"/>
              </a:lnSpc>
            </a:pPr>
            <a:r>
              <a:rPr lang="en-US" sz="2600">
                <a:solidFill>
                  <a:srgbClr val="000000"/>
                </a:solidFill>
                <a:latin typeface="Agrandir"/>
                <a:ea typeface="Agrandir"/>
                <a:cs typeface="Agrandir"/>
                <a:sym typeface="Agrandir"/>
              </a:rPr>
              <a:t>/ip route add dst-address=0.0.0.0/0 gateway=100.100.100.5</a:t>
            </a:r>
          </a:p>
          <a:p>
            <a:pPr algn="l">
              <a:lnSpc>
                <a:spcPts val="3640"/>
              </a:lnSpc>
            </a:pPr>
            <a:r>
              <a:rPr lang="en-US" sz="2600">
                <a:solidFill>
                  <a:srgbClr val="000000"/>
                </a:solidFill>
                <a:latin typeface="Agrandir"/>
                <a:ea typeface="Agrandir"/>
                <a:cs typeface="Agrandir"/>
                <a:sym typeface="Agrandir"/>
              </a:rPr>
              <a:t>/ip dns set servers=8.8.8.8,8.8.4.4 allow-remote-requests=yes</a:t>
            </a:r>
          </a:p>
          <a:p>
            <a:pPr algn="l">
              <a:lnSpc>
                <a:spcPts val="3640"/>
              </a:lnSpc>
              <a:spcBef>
                <a:spcPct val="0"/>
              </a:spcBef>
            </a:pPr>
            <a:r>
              <a:rPr lang="en-US" sz="2600">
                <a:solidFill>
                  <a:srgbClr val="000000"/>
                </a:solidFill>
                <a:latin typeface="Agrandir"/>
                <a:ea typeface="Agrandir"/>
                <a:cs typeface="Agrandir"/>
                <a:sym typeface="Agrandir"/>
              </a:rPr>
              <a:t>/ip firewall nat add chain=srcnat out-interface=ether2 action=masquerade</a:t>
            </a:r>
          </a:p>
        </p:txBody>
      </p:sp>
      <p:sp>
        <p:nvSpPr>
          <p:cNvPr name="TextBox 8" id="8"/>
          <p:cNvSpPr txBox="true"/>
          <p:nvPr/>
        </p:nvSpPr>
        <p:spPr>
          <a:xfrm rot="0">
            <a:off x="3334157" y="1455603"/>
            <a:ext cx="9065603" cy="843280"/>
          </a:xfrm>
          <a:prstGeom prst="rect">
            <a:avLst/>
          </a:prstGeom>
        </p:spPr>
        <p:txBody>
          <a:bodyPr anchor="t" rtlCol="false" tIns="0" lIns="0" bIns="0" rIns="0">
            <a:spAutoFit/>
          </a:bodyPr>
          <a:lstStyle/>
          <a:p>
            <a:pPr algn="ctr" marL="0" indent="0" lvl="0">
              <a:lnSpc>
                <a:spcPts val="6200"/>
              </a:lnSpc>
            </a:pPr>
            <a:r>
              <a:rPr lang="en-US" sz="6200" spc="136">
                <a:solidFill>
                  <a:srgbClr val="1F1C19"/>
                </a:solidFill>
                <a:latin typeface="Bobby Jones Condensed"/>
                <a:ea typeface="Bobby Jones Condensed"/>
                <a:cs typeface="Bobby Jones Condensed"/>
                <a:sym typeface="Bobby Jones Condensed"/>
              </a:rPr>
              <a:t>KONFIGURASI router Pelanggan B</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ADC1FF"/>
        </a:solidFill>
      </p:bgPr>
    </p:bg>
    <p:spTree>
      <p:nvGrpSpPr>
        <p:cNvPr id="1" name=""/>
        <p:cNvGrpSpPr/>
        <p:nvPr/>
      </p:nvGrpSpPr>
      <p:grpSpPr>
        <a:xfrm>
          <a:off x="0" y="0"/>
          <a:ext cx="0" cy="0"/>
          <a:chOff x="0" y="0"/>
          <a:chExt cx="0" cy="0"/>
        </a:xfrm>
      </p:grpSpPr>
      <p:sp>
        <p:nvSpPr>
          <p:cNvPr name="Freeform 2" id="2"/>
          <p:cNvSpPr/>
          <p:nvPr/>
        </p:nvSpPr>
        <p:spPr>
          <a:xfrm flipH="false" flipV="false" rot="0">
            <a:off x="15451873" y="-697031"/>
            <a:ext cx="4078795" cy="4114800"/>
          </a:xfrm>
          <a:custGeom>
            <a:avLst/>
            <a:gdLst/>
            <a:ahLst/>
            <a:cxnLst/>
            <a:rect r="r" b="b" t="t" l="l"/>
            <a:pathLst>
              <a:path h="4114800" w="4078795">
                <a:moveTo>
                  <a:pt x="0" y="0"/>
                </a:moveTo>
                <a:lnTo>
                  <a:pt x="4078796" y="0"/>
                </a:lnTo>
                <a:lnTo>
                  <a:pt x="4078796" y="4114800"/>
                </a:lnTo>
                <a:lnTo>
                  <a:pt x="0" y="4114800"/>
                </a:lnTo>
                <a:lnTo>
                  <a:pt x="0" y="0"/>
                </a:lnTo>
                <a:close/>
              </a:path>
            </a:pathLst>
          </a:custGeom>
          <a:blipFill>
            <a:blip r:embed="rId2">
              <a:alphaModFix amt="14000"/>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14809665" y="9258300"/>
            <a:ext cx="3478335" cy="1695688"/>
          </a:xfrm>
          <a:custGeom>
            <a:avLst/>
            <a:gdLst/>
            <a:ahLst/>
            <a:cxnLst/>
            <a:rect r="r" b="b" t="t" l="l"/>
            <a:pathLst>
              <a:path h="1695688" w="3478335">
                <a:moveTo>
                  <a:pt x="0" y="0"/>
                </a:moveTo>
                <a:lnTo>
                  <a:pt x="3478335" y="0"/>
                </a:lnTo>
                <a:lnTo>
                  <a:pt x="3478335" y="1695688"/>
                </a:lnTo>
                <a:lnTo>
                  <a:pt x="0" y="16956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0" y="-662464"/>
            <a:ext cx="3478335" cy="1695688"/>
          </a:xfrm>
          <a:custGeom>
            <a:avLst/>
            <a:gdLst/>
            <a:ahLst/>
            <a:cxnLst/>
            <a:rect r="r" b="b" t="t" l="l"/>
            <a:pathLst>
              <a:path h="1695688" w="3478335">
                <a:moveTo>
                  <a:pt x="0" y="0"/>
                </a:moveTo>
                <a:lnTo>
                  <a:pt x="3478335" y="0"/>
                </a:lnTo>
                <a:lnTo>
                  <a:pt x="3478335" y="1695688"/>
                </a:lnTo>
                <a:lnTo>
                  <a:pt x="0" y="16956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5639614" y="1028700"/>
            <a:ext cx="11619686" cy="1141448"/>
          </a:xfrm>
          <a:custGeom>
            <a:avLst/>
            <a:gdLst/>
            <a:ahLst/>
            <a:cxnLst/>
            <a:rect r="r" b="b" t="t" l="l"/>
            <a:pathLst>
              <a:path h="1141448" w="11619686">
                <a:moveTo>
                  <a:pt x="0" y="0"/>
                </a:moveTo>
                <a:lnTo>
                  <a:pt x="11619686" y="0"/>
                </a:lnTo>
                <a:lnTo>
                  <a:pt x="11619686" y="1141448"/>
                </a:lnTo>
                <a:lnTo>
                  <a:pt x="0" y="1141448"/>
                </a:lnTo>
                <a:lnTo>
                  <a:pt x="0" y="0"/>
                </a:lnTo>
                <a:close/>
              </a:path>
            </a:pathLst>
          </a:custGeom>
          <a:blipFill>
            <a:blip r:embed="rId6"/>
            <a:stretch>
              <a:fillRect l="0" t="0" r="0" b="0"/>
            </a:stretch>
          </a:blipFill>
        </p:spPr>
      </p:sp>
      <p:sp>
        <p:nvSpPr>
          <p:cNvPr name="Freeform 6" id="6"/>
          <p:cNvSpPr/>
          <p:nvPr/>
        </p:nvSpPr>
        <p:spPr>
          <a:xfrm flipH="false" flipV="false" rot="0">
            <a:off x="5639614" y="2170148"/>
            <a:ext cx="11619686" cy="5655940"/>
          </a:xfrm>
          <a:custGeom>
            <a:avLst/>
            <a:gdLst/>
            <a:ahLst/>
            <a:cxnLst/>
            <a:rect r="r" b="b" t="t" l="l"/>
            <a:pathLst>
              <a:path h="5655940" w="11619686">
                <a:moveTo>
                  <a:pt x="0" y="0"/>
                </a:moveTo>
                <a:lnTo>
                  <a:pt x="11619686" y="0"/>
                </a:lnTo>
                <a:lnTo>
                  <a:pt x="11619686" y="5655940"/>
                </a:lnTo>
                <a:lnTo>
                  <a:pt x="0" y="5655940"/>
                </a:lnTo>
                <a:lnTo>
                  <a:pt x="0" y="0"/>
                </a:lnTo>
                <a:close/>
              </a:path>
            </a:pathLst>
          </a:custGeom>
          <a:blipFill>
            <a:blip r:embed="rId7"/>
            <a:stretch>
              <a:fillRect l="0" t="0" r="0" b="0"/>
            </a:stretch>
          </a:blipFill>
        </p:spPr>
      </p:sp>
      <p:sp>
        <p:nvSpPr>
          <p:cNvPr name="Freeform 7" id="7"/>
          <p:cNvSpPr/>
          <p:nvPr/>
        </p:nvSpPr>
        <p:spPr>
          <a:xfrm flipH="false" flipV="false" rot="0">
            <a:off x="5639614" y="7826088"/>
            <a:ext cx="11619686" cy="1179924"/>
          </a:xfrm>
          <a:custGeom>
            <a:avLst/>
            <a:gdLst/>
            <a:ahLst/>
            <a:cxnLst/>
            <a:rect r="r" b="b" t="t" l="l"/>
            <a:pathLst>
              <a:path h="1179924" w="11619686">
                <a:moveTo>
                  <a:pt x="0" y="0"/>
                </a:moveTo>
                <a:lnTo>
                  <a:pt x="11619686" y="0"/>
                </a:lnTo>
                <a:lnTo>
                  <a:pt x="11619686" y="1179924"/>
                </a:lnTo>
                <a:lnTo>
                  <a:pt x="0" y="1179924"/>
                </a:lnTo>
                <a:lnTo>
                  <a:pt x="0" y="0"/>
                </a:lnTo>
                <a:close/>
              </a:path>
            </a:pathLst>
          </a:custGeom>
          <a:blipFill>
            <a:blip r:embed="rId8"/>
            <a:stretch>
              <a:fillRect l="0" t="0" r="0" b="0"/>
            </a:stretch>
          </a:blipFill>
        </p:spPr>
      </p:sp>
      <p:sp>
        <p:nvSpPr>
          <p:cNvPr name="TextBox 8" id="8"/>
          <p:cNvSpPr txBox="true"/>
          <p:nvPr/>
        </p:nvSpPr>
        <p:spPr>
          <a:xfrm rot="0">
            <a:off x="166761" y="3665193"/>
            <a:ext cx="5052936" cy="2405380"/>
          </a:xfrm>
          <a:prstGeom prst="rect">
            <a:avLst/>
          </a:prstGeom>
        </p:spPr>
        <p:txBody>
          <a:bodyPr anchor="t" rtlCol="false" tIns="0" lIns="0" bIns="0" rIns="0">
            <a:spAutoFit/>
          </a:bodyPr>
          <a:lstStyle/>
          <a:p>
            <a:pPr algn="ctr" marL="0" indent="0" lvl="0">
              <a:lnSpc>
                <a:spcPts val="6200"/>
              </a:lnSpc>
            </a:pPr>
            <a:r>
              <a:rPr lang="en-US" sz="6200" spc="136">
                <a:solidFill>
                  <a:srgbClr val="1F1C19"/>
                </a:solidFill>
                <a:latin typeface="Bobby Jones Condensed"/>
                <a:ea typeface="Bobby Jones Condensed"/>
                <a:cs typeface="Bobby Jones Condensed"/>
                <a:sym typeface="Bobby Jones Condensed"/>
              </a:rPr>
              <a:t>KONFIGURASI DI TERMINAL VM UBUNTU SERVER</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ADC1FF"/>
        </a:solidFill>
      </p:bgPr>
    </p:bg>
    <p:spTree>
      <p:nvGrpSpPr>
        <p:cNvPr id="1" name=""/>
        <p:cNvGrpSpPr/>
        <p:nvPr/>
      </p:nvGrpSpPr>
      <p:grpSpPr>
        <a:xfrm>
          <a:off x="0" y="0"/>
          <a:ext cx="0" cy="0"/>
          <a:chOff x="0" y="0"/>
          <a:chExt cx="0" cy="0"/>
        </a:xfrm>
      </p:grpSpPr>
      <p:sp>
        <p:nvSpPr>
          <p:cNvPr name="Freeform 2" id="2"/>
          <p:cNvSpPr/>
          <p:nvPr/>
        </p:nvSpPr>
        <p:spPr>
          <a:xfrm flipH="false" flipV="false" rot="0">
            <a:off x="15451873" y="-697031"/>
            <a:ext cx="4078795" cy="4114800"/>
          </a:xfrm>
          <a:custGeom>
            <a:avLst/>
            <a:gdLst/>
            <a:ahLst/>
            <a:cxnLst/>
            <a:rect r="r" b="b" t="t" l="l"/>
            <a:pathLst>
              <a:path h="4114800" w="4078795">
                <a:moveTo>
                  <a:pt x="0" y="0"/>
                </a:moveTo>
                <a:lnTo>
                  <a:pt x="4078796" y="0"/>
                </a:lnTo>
                <a:lnTo>
                  <a:pt x="4078796" y="4114800"/>
                </a:lnTo>
                <a:lnTo>
                  <a:pt x="0" y="4114800"/>
                </a:lnTo>
                <a:lnTo>
                  <a:pt x="0" y="0"/>
                </a:lnTo>
                <a:close/>
              </a:path>
            </a:pathLst>
          </a:custGeom>
          <a:blipFill>
            <a:blip r:embed="rId2">
              <a:alphaModFix amt="14000"/>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14809665" y="9258300"/>
            <a:ext cx="3478335" cy="1695688"/>
          </a:xfrm>
          <a:custGeom>
            <a:avLst/>
            <a:gdLst/>
            <a:ahLst/>
            <a:cxnLst/>
            <a:rect r="r" b="b" t="t" l="l"/>
            <a:pathLst>
              <a:path h="1695688" w="3478335">
                <a:moveTo>
                  <a:pt x="0" y="0"/>
                </a:moveTo>
                <a:lnTo>
                  <a:pt x="3478335" y="0"/>
                </a:lnTo>
                <a:lnTo>
                  <a:pt x="3478335" y="1695688"/>
                </a:lnTo>
                <a:lnTo>
                  <a:pt x="0" y="16956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0" y="-662464"/>
            <a:ext cx="3478335" cy="1695688"/>
          </a:xfrm>
          <a:custGeom>
            <a:avLst/>
            <a:gdLst/>
            <a:ahLst/>
            <a:cxnLst/>
            <a:rect r="r" b="b" t="t" l="l"/>
            <a:pathLst>
              <a:path h="1695688" w="3478335">
                <a:moveTo>
                  <a:pt x="0" y="0"/>
                </a:moveTo>
                <a:lnTo>
                  <a:pt x="3478335" y="0"/>
                </a:lnTo>
                <a:lnTo>
                  <a:pt x="3478335" y="1695688"/>
                </a:lnTo>
                <a:lnTo>
                  <a:pt x="0" y="16956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5639614" y="673897"/>
            <a:ext cx="11619686" cy="1564682"/>
          </a:xfrm>
          <a:custGeom>
            <a:avLst/>
            <a:gdLst/>
            <a:ahLst/>
            <a:cxnLst/>
            <a:rect r="r" b="b" t="t" l="l"/>
            <a:pathLst>
              <a:path h="1564682" w="11619686">
                <a:moveTo>
                  <a:pt x="0" y="0"/>
                </a:moveTo>
                <a:lnTo>
                  <a:pt x="11619686" y="0"/>
                </a:lnTo>
                <a:lnTo>
                  <a:pt x="11619686" y="1564682"/>
                </a:lnTo>
                <a:lnTo>
                  <a:pt x="0" y="1564682"/>
                </a:lnTo>
                <a:lnTo>
                  <a:pt x="0" y="0"/>
                </a:lnTo>
                <a:close/>
              </a:path>
            </a:pathLst>
          </a:custGeom>
          <a:blipFill>
            <a:blip r:embed="rId6"/>
            <a:stretch>
              <a:fillRect l="0" t="0" r="0" b="0"/>
            </a:stretch>
          </a:blipFill>
        </p:spPr>
      </p:sp>
      <p:sp>
        <p:nvSpPr>
          <p:cNvPr name="Freeform 6" id="6"/>
          <p:cNvSpPr/>
          <p:nvPr/>
        </p:nvSpPr>
        <p:spPr>
          <a:xfrm flipH="false" flipV="false" rot="0">
            <a:off x="5639614" y="2238579"/>
            <a:ext cx="11619686" cy="5707241"/>
          </a:xfrm>
          <a:custGeom>
            <a:avLst/>
            <a:gdLst/>
            <a:ahLst/>
            <a:cxnLst/>
            <a:rect r="r" b="b" t="t" l="l"/>
            <a:pathLst>
              <a:path h="5707241" w="11619686">
                <a:moveTo>
                  <a:pt x="0" y="0"/>
                </a:moveTo>
                <a:lnTo>
                  <a:pt x="11619686" y="0"/>
                </a:lnTo>
                <a:lnTo>
                  <a:pt x="11619686" y="5707240"/>
                </a:lnTo>
                <a:lnTo>
                  <a:pt x="0" y="5707240"/>
                </a:lnTo>
                <a:lnTo>
                  <a:pt x="0" y="0"/>
                </a:lnTo>
                <a:close/>
              </a:path>
            </a:pathLst>
          </a:custGeom>
          <a:blipFill>
            <a:blip r:embed="rId7"/>
            <a:stretch>
              <a:fillRect l="0" t="0" r="0" b="0"/>
            </a:stretch>
          </a:blipFill>
        </p:spPr>
      </p:sp>
      <p:sp>
        <p:nvSpPr>
          <p:cNvPr name="Freeform 7" id="7"/>
          <p:cNvSpPr/>
          <p:nvPr/>
        </p:nvSpPr>
        <p:spPr>
          <a:xfrm flipH="false" flipV="false" rot="0">
            <a:off x="5639614" y="7945819"/>
            <a:ext cx="11619686" cy="1667284"/>
          </a:xfrm>
          <a:custGeom>
            <a:avLst/>
            <a:gdLst/>
            <a:ahLst/>
            <a:cxnLst/>
            <a:rect r="r" b="b" t="t" l="l"/>
            <a:pathLst>
              <a:path h="1667284" w="11619686">
                <a:moveTo>
                  <a:pt x="0" y="0"/>
                </a:moveTo>
                <a:lnTo>
                  <a:pt x="11619686" y="0"/>
                </a:lnTo>
                <a:lnTo>
                  <a:pt x="11619686" y="1667284"/>
                </a:lnTo>
                <a:lnTo>
                  <a:pt x="0" y="1667284"/>
                </a:lnTo>
                <a:lnTo>
                  <a:pt x="0" y="0"/>
                </a:lnTo>
                <a:close/>
              </a:path>
            </a:pathLst>
          </a:custGeom>
          <a:blipFill>
            <a:blip r:embed="rId8"/>
            <a:stretch>
              <a:fillRect l="0" t="0" r="0" b="0"/>
            </a:stretch>
          </a:blipFill>
        </p:spPr>
      </p:sp>
      <p:sp>
        <p:nvSpPr>
          <p:cNvPr name="TextBox 8" id="8"/>
          <p:cNvSpPr txBox="true"/>
          <p:nvPr/>
        </p:nvSpPr>
        <p:spPr>
          <a:xfrm rot="0">
            <a:off x="425644" y="3665193"/>
            <a:ext cx="4908880" cy="2405380"/>
          </a:xfrm>
          <a:prstGeom prst="rect">
            <a:avLst/>
          </a:prstGeom>
        </p:spPr>
        <p:txBody>
          <a:bodyPr anchor="t" rtlCol="false" tIns="0" lIns="0" bIns="0" rIns="0">
            <a:spAutoFit/>
          </a:bodyPr>
          <a:lstStyle/>
          <a:p>
            <a:pPr algn="ctr" marL="0" indent="0" lvl="0">
              <a:lnSpc>
                <a:spcPts val="6200"/>
              </a:lnSpc>
            </a:pPr>
            <a:r>
              <a:rPr lang="en-US" sz="6200" spc="136">
                <a:solidFill>
                  <a:srgbClr val="1F1C19"/>
                </a:solidFill>
                <a:latin typeface="Bobby Jones Condensed"/>
                <a:ea typeface="Bobby Jones Condensed"/>
                <a:cs typeface="Bobby Jones Condensed"/>
                <a:sym typeface="Bobby Jones Condensed"/>
              </a:rPr>
              <a:t>KONFIGURASI DI TERMINAL VM UBUNTU CLIENT A</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ADC1FF"/>
        </a:solidFill>
      </p:bgPr>
    </p:bg>
    <p:spTree>
      <p:nvGrpSpPr>
        <p:cNvPr id="1" name=""/>
        <p:cNvGrpSpPr/>
        <p:nvPr/>
      </p:nvGrpSpPr>
      <p:grpSpPr>
        <a:xfrm>
          <a:off x="0" y="0"/>
          <a:ext cx="0" cy="0"/>
          <a:chOff x="0" y="0"/>
          <a:chExt cx="0" cy="0"/>
        </a:xfrm>
      </p:grpSpPr>
      <p:sp>
        <p:nvSpPr>
          <p:cNvPr name="Freeform 2" id="2"/>
          <p:cNvSpPr/>
          <p:nvPr/>
        </p:nvSpPr>
        <p:spPr>
          <a:xfrm flipH="false" flipV="false" rot="0">
            <a:off x="15451873" y="-697031"/>
            <a:ext cx="4078795" cy="4114800"/>
          </a:xfrm>
          <a:custGeom>
            <a:avLst/>
            <a:gdLst/>
            <a:ahLst/>
            <a:cxnLst/>
            <a:rect r="r" b="b" t="t" l="l"/>
            <a:pathLst>
              <a:path h="4114800" w="4078795">
                <a:moveTo>
                  <a:pt x="0" y="0"/>
                </a:moveTo>
                <a:lnTo>
                  <a:pt x="4078796" y="0"/>
                </a:lnTo>
                <a:lnTo>
                  <a:pt x="4078796" y="4114800"/>
                </a:lnTo>
                <a:lnTo>
                  <a:pt x="0" y="4114800"/>
                </a:lnTo>
                <a:lnTo>
                  <a:pt x="0" y="0"/>
                </a:lnTo>
                <a:close/>
              </a:path>
            </a:pathLst>
          </a:custGeom>
          <a:blipFill>
            <a:blip r:embed="rId2">
              <a:alphaModFix amt="14000"/>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14809665" y="9258300"/>
            <a:ext cx="3478335" cy="1695688"/>
          </a:xfrm>
          <a:custGeom>
            <a:avLst/>
            <a:gdLst/>
            <a:ahLst/>
            <a:cxnLst/>
            <a:rect r="r" b="b" t="t" l="l"/>
            <a:pathLst>
              <a:path h="1695688" w="3478335">
                <a:moveTo>
                  <a:pt x="0" y="0"/>
                </a:moveTo>
                <a:lnTo>
                  <a:pt x="3478335" y="0"/>
                </a:lnTo>
                <a:lnTo>
                  <a:pt x="3478335" y="1695688"/>
                </a:lnTo>
                <a:lnTo>
                  <a:pt x="0" y="16956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0" y="-662464"/>
            <a:ext cx="3478335" cy="1695688"/>
          </a:xfrm>
          <a:custGeom>
            <a:avLst/>
            <a:gdLst/>
            <a:ahLst/>
            <a:cxnLst/>
            <a:rect r="r" b="b" t="t" l="l"/>
            <a:pathLst>
              <a:path h="1695688" w="3478335">
                <a:moveTo>
                  <a:pt x="0" y="0"/>
                </a:moveTo>
                <a:lnTo>
                  <a:pt x="3478335" y="0"/>
                </a:lnTo>
                <a:lnTo>
                  <a:pt x="3478335" y="1695688"/>
                </a:lnTo>
                <a:lnTo>
                  <a:pt x="0" y="16956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5639614" y="897612"/>
            <a:ext cx="11619686" cy="1359478"/>
          </a:xfrm>
          <a:custGeom>
            <a:avLst/>
            <a:gdLst/>
            <a:ahLst/>
            <a:cxnLst/>
            <a:rect r="r" b="b" t="t" l="l"/>
            <a:pathLst>
              <a:path h="1359478" w="11619686">
                <a:moveTo>
                  <a:pt x="0" y="0"/>
                </a:moveTo>
                <a:lnTo>
                  <a:pt x="11619686" y="0"/>
                </a:lnTo>
                <a:lnTo>
                  <a:pt x="11619686" y="1359478"/>
                </a:lnTo>
                <a:lnTo>
                  <a:pt x="0" y="1359478"/>
                </a:lnTo>
                <a:lnTo>
                  <a:pt x="0" y="0"/>
                </a:lnTo>
                <a:close/>
              </a:path>
            </a:pathLst>
          </a:custGeom>
          <a:blipFill>
            <a:blip r:embed="rId6"/>
            <a:stretch>
              <a:fillRect l="0" t="0" r="0" b="0"/>
            </a:stretch>
          </a:blipFill>
        </p:spPr>
      </p:sp>
      <p:sp>
        <p:nvSpPr>
          <p:cNvPr name="Freeform 6" id="6"/>
          <p:cNvSpPr/>
          <p:nvPr/>
        </p:nvSpPr>
        <p:spPr>
          <a:xfrm flipH="false" flipV="false" rot="0">
            <a:off x="6748665" y="2257090"/>
            <a:ext cx="9401584" cy="5904527"/>
          </a:xfrm>
          <a:custGeom>
            <a:avLst/>
            <a:gdLst/>
            <a:ahLst/>
            <a:cxnLst/>
            <a:rect r="r" b="b" t="t" l="l"/>
            <a:pathLst>
              <a:path h="5904527" w="9401584">
                <a:moveTo>
                  <a:pt x="0" y="0"/>
                </a:moveTo>
                <a:lnTo>
                  <a:pt x="9401584" y="0"/>
                </a:lnTo>
                <a:lnTo>
                  <a:pt x="9401584" y="5904527"/>
                </a:lnTo>
                <a:lnTo>
                  <a:pt x="0" y="5904527"/>
                </a:lnTo>
                <a:lnTo>
                  <a:pt x="0" y="0"/>
                </a:lnTo>
                <a:close/>
              </a:path>
            </a:pathLst>
          </a:custGeom>
          <a:blipFill>
            <a:blip r:embed="rId7"/>
            <a:stretch>
              <a:fillRect l="0" t="0" r="0" b="0"/>
            </a:stretch>
          </a:blipFill>
        </p:spPr>
      </p:sp>
      <p:sp>
        <p:nvSpPr>
          <p:cNvPr name="Freeform 7" id="7"/>
          <p:cNvSpPr/>
          <p:nvPr/>
        </p:nvSpPr>
        <p:spPr>
          <a:xfrm flipH="false" flipV="false" rot="0">
            <a:off x="5639614" y="8106862"/>
            <a:ext cx="11619686" cy="1282526"/>
          </a:xfrm>
          <a:custGeom>
            <a:avLst/>
            <a:gdLst/>
            <a:ahLst/>
            <a:cxnLst/>
            <a:rect r="r" b="b" t="t" l="l"/>
            <a:pathLst>
              <a:path h="1282526" w="11619686">
                <a:moveTo>
                  <a:pt x="0" y="0"/>
                </a:moveTo>
                <a:lnTo>
                  <a:pt x="11619686" y="0"/>
                </a:lnTo>
                <a:lnTo>
                  <a:pt x="11619686" y="1282526"/>
                </a:lnTo>
                <a:lnTo>
                  <a:pt x="0" y="1282526"/>
                </a:lnTo>
                <a:lnTo>
                  <a:pt x="0" y="0"/>
                </a:lnTo>
                <a:close/>
              </a:path>
            </a:pathLst>
          </a:custGeom>
          <a:blipFill>
            <a:blip r:embed="rId8"/>
            <a:stretch>
              <a:fillRect l="0" t="0" r="0" b="0"/>
            </a:stretch>
          </a:blipFill>
        </p:spPr>
      </p:sp>
      <p:sp>
        <p:nvSpPr>
          <p:cNvPr name="TextBox 8" id="8"/>
          <p:cNvSpPr txBox="true"/>
          <p:nvPr/>
        </p:nvSpPr>
        <p:spPr>
          <a:xfrm rot="0">
            <a:off x="425644" y="3665193"/>
            <a:ext cx="6105383" cy="2405380"/>
          </a:xfrm>
          <a:prstGeom prst="rect">
            <a:avLst/>
          </a:prstGeom>
        </p:spPr>
        <p:txBody>
          <a:bodyPr anchor="t" rtlCol="false" tIns="0" lIns="0" bIns="0" rIns="0">
            <a:spAutoFit/>
          </a:bodyPr>
          <a:lstStyle/>
          <a:p>
            <a:pPr algn="ctr" marL="0" indent="0" lvl="0">
              <a:lnSpc>
                <a:spcPts val="6200"/>
              </a:lnSpc>
            </a:pPr>
            <a:r>
              <a:rPr lang="en-US" sz="6200" spc="136">
                <a:solidFill>
                  <a:srgbClr val="1F1C19"/>
                </a:solidFill>
                <a:latin typeface="Bobby Jones Condensed"/>
                <a:ea typeface="Bobby Jones Condensed"/>
                <a:cs typeface="Bobby Jones Condensed"/>
                <a:sym typeface="Bobby Jones Condensed"/>
              </a:rPr>
              <a:t>KONFIGURASI DI TERMINAL VM UBUNTU  CLIENT B</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ADC1FF"/>
        </a:solidFill>
      </p:bgPr>
    </p:bg>
    <p:spTree>
      <p:nvGrpSpPr>
        <p:cNvPr id="1" name=""/>
        <p:cNvGrpSpPr/>
        <p:nvPr/>
      </p:nvGrpSpPr>
      <p:grpSpPr>
        <a:xfrm>
          <a:off x="0" y="0"/>
          <a:ext cx="0" cy="0"/>
          <a:chOff x="0" y="0"/>
          <a:chExt cx="0" cy="0"/>
        </a:xfrm>
      </p:grpSpPr>
      <p:sp>
        <p:nvSpPr>
          <p:cNvPr name="Freeform 2" id="2"/>
          <p:cNvSpPr/>
          <p:nvPr/>
        </p:nvSpPr>
        <p:spPr>
          <a:xfrm flipH="false" flipV="false" rot="0">
            <a:off x="15451873" y="-697031"/>
            <a:ext cx="4078795" cy="4114800"/>
          </a:xfrm>
          <a:custGeom>
            <a:avLst/>
            <a:gdLst/>
            <a:ahLst/>
            <a:cxnLst/>
            <a:rect r="r" b="b" t="t" l="l"/>
            <a:pathLst>
              <a:path h="4114800" w="4078795">
                <a:moveTo>
                  <a:pt x="0" y="0"/>
                </a:moveTo>
                <a:lnTo>
                  <a:pt x="4078796" y="0"/>
                </a:lnTo>
                <a:lnTo>
                  <a:pt x="4078796" y="4114800"/>
                </a:lnTo>
                <a:lnTo>
                  <a:pt x="0" y="4114800"/>
                </a:lnTo>
                <a:lnTo>
                  <a:pt x="0" y="0"/>
                </a:lnTo>
                <a:close/>
              </a:path>
            </a:pathLst>
          </a:custGeom>
          <a:blipFill>
            <a:blip r:embed="rId2">
              <a:alphaModFix amt="14000"/>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14809665" y="9258300"/>
            <a:ext cx="3478335" cy="1695688"/>
          </a:xfrm>
          <a:custGeom>
            <a:avLst/>
            <a:gdLst/>
            <a:ahLst/>
            <a:cxnLst/>
            <a:rect r="r" b="b" t="t" l="l"/>
            <a:pathLst>
              <a:path h="1695688" w="3478335">
                <a:moveTo>
                  <a:pt x="0" y="0"/>
                </a:moveTo>
                <a:lnTo>
                  <a:pt x="3478335" y="0"/>
                </a:lnTo>
                <a:lnTo>
                  <a:pt x="3478335" y="1695688"/>
                </a:lnTo>
                <a:lnTo>
                  <a:pt x="0" y="16956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0" y="-662464"/>
            <a:ext cx="3478335" cy="1695688"/>
          </a:xfrm>
          <a:custGeom>
            <a:avLst/>
            <a:gdLst/>
            <a:ahLst/>
            <a:cxnLst/>
            <a:rect r="r" b="b" t="t" l="l"/>
            <a:pathLst>
              <a:path h="1695688" w="3478335">
                <a:moveTo>
                  <a:pt x="0" y="0"/>
                </a:moveTo>
                <a:lnTo>
                  <a:pt x="3478335" y="0"/>
                </a:lnTo>
                <a:lnTo>
                  <a:pt x="3478335" y="1695688"/>
                </a:lnTo>
                <a:lnTo>
                  <a:pt x="0" y="16956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3238162" y="2895022"/>
            <a:ext cx="11811676" cy="6566080"/>
          </a:xfrm>
          <a:custGeom>
            <a:avLst/>
            <a:gdLst/>
            <a:ahLst/>
            <a:cxnLst/>
            <a:rect r="r" b="b" t="t" l="l"/>
            <a:pathLst>
              <a:path h="6566080" w="11811676">
                <a:moveTo>
                  <a:pt x="0" y="0"/>
                </a:moveTo>
                <a:lnTo>
                  <a:pt x="11811676" y="0"/>
                </a:lnTo>
                <a:lnTo>
                  <a:pt x="11811676" y="6566080"/>
                </a:lnTo>
                <a:lnTo>
                  <a:pt x="0" y="6566080"/>
                </a:lnTo>
                <a:lnTo>
                  <a:pt x="0" y="0"/>
                </a:lnTo>
                <a:close/>
              </a:path>
            </a:pathLst>
          </a:custGeom>
          <a:blipFill>
            <a:blip r:embed="rId6"/>
            <a:stretch>
              <a:fillRect l="0" t="0" r="0" b="0"/>
            </a:stretch>
          </a:blipFill>
        </p:spPr>
      </p:sp>
      <p:sp>
        <p:nvSpPr>
          <p:cNvPr name="TextBox 6" id="6"/>
          <p:cNvSpPr txBox="true"/>
          <p:nvPr/>
        </p:nvSpPr>
        <p:spPr>
          <a:xfrm rot="0">
            <a:off x="5620986" y="1514475"/>
            <a:ext cx="6105383" cy="843280"/>
          </a:xfrm>
          <a:prstGeom prst="rect">
            <a:avLst/>
          </a:prstGeom>
        </p:spPr>
        <p:txBody>
          <a:bodyPr anchor="t" rtlCol="false" tIns="0" lIns="0" bIns="0" rIns="0">
            <a:spAutoFit/>
          </a:bodyPr>
          <a:lstStyle/>
          <a:p>
            <a:pPr algn="ctr" marL="0" indent="0" lvl="0">
              <a:lnSpc>
                <a:spcPts val="6200"/>
              </a:lnSpc>
            </a:pPr>
            <a:r>
              <a:rPr lang="en-US" sz="6200" spc="136">
                <a:solidFill>
                  <a:srgbClr val="1F1C19"/>
                </a:solidFill>
                <a:latin typeface="Bobby Jones Condensed"/>
                <a:ea typeface="Bobby Jones Condensed"/>
                <a:cs typeface="Bobby Jones Condensed"/>
                <a:sym typeface="Bobby Jones Condensed"/>
              </a:rPr>
              <a:t>ROUTING ISP</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ADC1FF"/>
        </a:solidFill>
      </p:bgPr>
    </p:bg>
    <p:spTree>
      <p:nvGrpSpPr>
        <p:cNvPr id="1" name=""/>
        <p:cNvGrpSpPr/>
        <p:nvPr/>
      </p:nvGrpSpPr>
      <p:grpSpPr>
        <a:xfrm>
          <a:off x="0" y="0"/>
          <a:ext cx="0" cy="0"/>
          <a:chOff x="0" y="0"/>
          <a:chExt cx="0" cy="0"/>
        </a:xfrm>
      </p:grpSpPr>
      <p:sp>
        <p:nvSpPr>
          <p:cNvPr name="Freeform 2" id="2"/>
          <p:cNvSpPr/>
          <p:nvPr/>
        </p:nvSpPr>
        <p:spPr>
          <a:xfrm flipH="false" flipV="false" rot="0">
            <a:off x="15451873" y="-697031"/>
            <a:ext cx="4078795" cy="4114800"/>
          </a:xfrm>
          <a:custGeom>
            <a:avLst/>
            <a:gdLst/>
            <a:ahLst/>
            <a:cxnLst/>
            <a:rect r="r" b="b" t="t" l="l"/>
            <a:pathLst>
              <a:path h="4114800" w="4078795">
                <a:moveTo>
                  <a:pt x="0" y="0"/>
                </a:moveTo>
                <a:lnTo>
                  <a:pt x="4078796" y="0"/>
                </a:lnTo>
                <a:lnTo>
                  <a:pt x="4078796" y="4114800"/>
                </a:lnTo>
                <a:lnTo>
                  <a:pt x="0" y="4114800"/>
                </a:lnTo>
                <a:lnTo>
                  <a:pt x="0" y="0"/>
                </a:lnTo>
                <a:close/>
              </a:path>
            </a:pathLst>
          </a:custGeom>
          <a:blipFill>
            <a:blip r:embed="rId2">
              <a:alphaModFix amt="14000"/>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14809665" y="9258300"/>
            <a:ext cx="3478335" cy="1695688"/>
          </a:xfrm>
          <a:custGeom>
            <a:avLst/>
            <a:gdLst/>
            <a:ahLst/>
            <a:cxnLst/>
            <a:rect r="r" b="b" t="t" l="l"/>
            <a:pathLst>
              <a:path h="1695688" w="3478335">
                <a:moveTo>
                  <a:pt x="0" y="0"/>
                </a:moveTo>
                <a:lnTo>
                  <a:pt x="3478335" y="0"/>
                </a:lnTo>
                <a:lnTo>
                  <a:pt x="3478335" y="1695688"/>
                </a:lnTo>
                <a:lnTo>
                  <a:pt x="0" y="16956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0" y="-662464"/>
            <a:ext cx="3478335" cy="1695688"/>
          </a:xfrm>
          <a:custGeom>
            <a:avLst/>
            <a:gdLst/>
            <a:ahLst/>
            <a:cxnLst/>
            <a:rect r="r" b="b" t="t" l="l"/>
            <a:pathLst>
              <a:path h="1695688" w="3478335">
                <a:moveTo>
                  <a:pt x="0" y="0"/>
                </a:moveTo>
                <a:lnTo>
                  <a:pt x="3478335" y="0"/>
                </a:lnTo>
                <a:lnTo>
                  <a:pt x="3478335" y="1695688"/>
                </a:lnTo>
                <a:lnTo>
                  <a:pt x="0" y="16956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3238162" y="2748280"/>
            <a:ext cx="11811676" cy="6566080"/>
          </a:xfrm>
          <a:custGeom>
            <a:avLst/>
            <a:gdLst/>
            <a:ahLst/>
            <a:cxnLst/>
            <a:rect r="r" b="b" t="t" l="l"/>
            <a:pathLst>
              <a:path h="6566080" w="11811676">
                <a:moveTo>
                  <a:pt x="0" y="0"/>
                </a:moveTo>
                <a:lnTo>
                  <a:pt x="11811676" y="0"/>
                </a:lnTo>
                <a:lnTo>
                  <a:pt x="11811676" y="6566080"/>
                </a:lnTo>
                <a:lnTo>
                  <a:pt x="0" y="6566080"/>
                </a:lnTo>
                <a:lnTo>
                  <a:pt x="0" y="0"/>
                </a:lnTo>
                <a:close/>
              </a:path>
            </a:pathLst>
          </a:custGeom>
          <a:blipFill>
            <a:blip r:embed="rId6"/>
            <a:stretch>
              <a:fillRect l="0" t="0" r="0" b="0"/>
            </a:stretch>
          </a:blipFill>
        </p:spPr>
      </p:sp>
      <p:sp>
        <p:nvSpPr>
          <p:cNvPr name="TextBox 6" id="6"/>
          <p:cNvSpPr txBox="true"/>
          <p:nvPr/>
        </p:nvSpPr>
        <p:spPr>
          <a:xfrm rot="0">
            <a:off x="5620986" y="1514475"/>
            <a:ext cx="6105383" cy="843280"/>
          </a:xfrm>
          <a:prstGeom prst="rect">
            <a:avLst/>
          </a:prstGeom>
        </p:spPr>
        <p:txBody>
          <a:bodyPr anchor="t" rtlCol="false" tIns="0" lIns="0" bIns="0" rIns="0">
            <a:spAutoFit/>
          </a:bodyPr>
          <a:lstStyle/>
          <a:p>
            <a:pPr algn="ctr" marL="0" indent="0" lvl="0">
              <a:lnSpc>
                <a:spcPts val="6200"/>
              </a:lnSpc>
            </a:pPr>
            <a:r>
              <a:rPr lang="en-US" sz="6200" spc="136">
                <a:solidFill>
                  <a:srgbClr val="1F1C19"/>
                </a:solidFill>
                <a:latin typeface="Bobby Jones Condensed"/>
                <a:ea typeface="Bobby Jones Condensed"/>
                <a:cs typeface="Bobby Jones Condensed"/>
                <a:sym typeface="Bobby Jones Condensed"/>
              </a:rPr>
              <a:t>ROUTING PELANGGAN A</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ADC1FF"/>
        </a:solidFill>
      </p:bgPr>
    </p:bg>
    <p:spTree>
      <p:nvGrpSpPr>
        <p:cNvPr id="1" name=""/>
        <p:cNvGrpSpPr/>
        <p:nvPr/>
      </p:nvGrpSpPr>
      <p:grpSpPr>
        <a:xfrm>
          <a:off x="0" y="0"/>
          <a:ext cx="0" cy="0"/>
          <a:chOff x="0" y="0"/>
          <a:chExt cx="0" cy="0"/>
        </a:xfrm>
      </p:grpSpPr>
      <p:sp>
        <p:nvSpPr>
          <p:cNvPr name="Freeform 2" id="2"/>
          <p:cNvSpPr/>
          <p:nvPr/>
        </p:nvSpPr>
        <p:spPr>
          <a:xfrm flipH="false" flipV="false" rot="0">
            <a:off x="15451873" y="-697031"/>
            <a:ext cx="4078795" cy="4114800"/>
          </a:xfrm>
          <a:custGeom>
            <a:avLst/>
            <a:gdLst/>
            <a:ahLst/>
            <a:cxnLst/>
            <a:rect r="r" b="b" t="t" l="l"/>
            <a:pathLst>
              <a:path h="4114800" w="4078795">
                <a:moveTo>
                  <a:pt x="0" y="0"/>
                </a:moveTo>
                <a:lnTo>
                  <a:pt x="4078796" y="0"/>
                </a:lnTo>
                <a:lnTo>
                  <a:pt x="4078796" y="4114800"/>
                </a:lnTo>
                <a:lnTo>
                  <a:pt x="0" y="4114800"/>
                </a:lnTo>
                <a:lnTo>
                  <a:pt x="0" y="0"/>
                </a:lnTo>
                <a:close/>
              </a:path>
            </a:pathLst>
          </a:custGeom>
          <a:blipFill>
            <a:blip r:embed="rId2">
              <a:alphaModFix amt="14000"/>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14809665" y="9258300"/>
            <a:ext cx="3478335" cy="1695688"/>
          </a:xfrm>
          <a:custGeom>
            <a:avLst/>
            <a:gdLst/>
            <a:ahLst/>
            <a:cxnLst/>
            <a:rect r="r" b="b" t="t" l="l"/>
            <a:pathLst>
              <a:path h="1695688" w="3478335">
                <a:moveTo>
                  <a:pt x="0" y="0"/>
                </a:moveTo>
                <a:lnTo>
                  <a:pt x="3478335" y="0"/>
                </a:lnTo>
                <a:lnTo>
                  <a:pt x="3478335" y="1695688"/>
                </a:lnTo>
                <a:lnTo>
                  <a:pt x="0" y="16956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0" y="-662464"/>
            <a:ext cx="3478335" cy="1695688"/>
          </a:xfrm>
          <a:custGeom>
            <a:avLst/>
            <a:gdLst/>
            <a:ahLst/>
            <a:cxnLst/>
            <a:rect r="r" b="b" t="t" l="l"/>
            <a:pathLst>
              <a:path h="1695688" w="3478335">
                <a:moveTo>
                  <a:pt x="0" y="0"/>
                </a:moveTo>
                <a:lnTo>
                  <a:pt x="3478335" y="0"/>
                </a:lnTo>
                <a:lnTo>
                  <a:pt x="3478335" y="1695688"/>
                </a:lnTo>
                <a:lnTo>
                  <a:pt x="0" y="16956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3238162" y="2748280"/>
            <a:ext cx="11811676" cy="6566080"/>
          </a:xfrm>
          <a:custGeom>
            <a:avLst/>
            <a:gdLst/>
            <a:ahLst/>
            <a:cxnLst/>
            <a:rect r="r" b="b" t="t" l="l"/>
            <a:pathLst>
              <a:path h="6566080" w="11811676">
                <a:moveTo>
                  <a:pt x="0" y="0"/>
                </a:moveTo>
                <a:lnTo>
                  <a:pt x="11811676" y="0"/>
                </a:lnTo>
                <a:lnTo>
                  <a:pt x="11811676" y="6566080"/>
                </a:lnTo>
                <a:lnTo>
                  <a:pt x="0" y="6566080"/>
                </a:lnTo>
                <a:lnTo>
                  <a:pt x="0" y="0"/>
                </a:lnTo>
                <a:close/>
              </a:path>
            </a:pathLst>
          </a:custGeom>
          <a:blipFill>
            <a:blip r:embed="rId6"/>
            <a:stretch>
              <a:fillRect l="0" t="0" r="0" b="0"/>
            </a:stretch>
          </a:blipFill>
        </p:spPr>
      </p:sp>
      <p:sp>
        <p:nvSpPr>
          <p:cNvPr name="TextBox 6" id="6"/>
          <p:cNvSpPr txBox="true"/>
          <p:nvPr/>
        </p:nvSpPr>
        <p:spPr>
          <a:xfrm rot="0">
            <a:off x="5620986" y="1514475"/>
            <a:ext cx="6105383" cy="843280"/>
          </a:xfrm>
          <a:prstGeom prst="rect">
            <a:avLst/>
          </a:prstGeom>
        </p:spPr>
        <p:txBody>
          <a:bodyPr anchor="t" rtlCol="false" tIns="0" lIns="0" bIns="0" rIns="0">
            <a:spAutoFit/>
          </a:bodyPr>
          <a:lstStyle/>
          <a:p>
            <a:pPr algn="ctr" marL="0" indent="0" lvl="0">
              <a:lnSpc>
                <a:spcPts val="6200"/>
              </a:lnSpc>
            </a:pPr>
            <a:r>
              <a:rPr lang="en-US" sz="6200" spc="136">
                <a:solidFill>
                  <a:srgbClr val="1F1C19"/>
                </a:solidFill>
                <a:latin typeface="Bobby Jones Condensed"/>
                <a:ea typeface="Bobby Jones Condensed"/>
                <a:cs typeface="Bobby Jones Condensed"/>
                <a:sym typeface="Bobby Jones Condensed"/>
              </a:rPr>
              <a:t>ROUTING PELANGGAN B</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607FE1"/>
        </a:solidFill>
      </p:bgPr>
    </p:bg>
    <p:spTree>
      <p:nvGrpSpPr>
        <p:cNvPr id="1" name=""/>
        <p:cNvGrpSpPr/>
        <p:nvPr/>
      </p:nvGrpSpPr>
      <p:grpSpPr>
        <a:xfrm>
          <a:off x="0" y="0"/>
          <a:ext cx="0" cy="0"/>
          <a:chOff x="0" y="0"/>
          <a:chExt cx="0" cy="0"/>
        </a:xfrm>
      </p:grpSpPr>
      <p:sp>
        <p:nvSpPr>
          <p:cNvPr name="Freeform 2" id="2"/>
          <p:cNvSpPr/>
          <p:nvPr/>
        </p:nvSpPr>
        <p:spPr>
          <a:xfrm flipH="false" flipV="false" rot="0">
            <a:off x="1888565" y="1524423"/>
            <a:ext cx="14510870" cy="7382405"/>
          </a:xfrm>
          <a:custGeom>
            <a:avLst/>
            <a:gdLst/>
            <a:ahLst/>
            <a:cxnLst/>
            <a:rect r="r" b="b" t="t" l="l"/>
            <a:pathLst>
              <a:path h="7382405" w="14510870">
                <a:moveTo>
                  <a:pt x="0" y="0"/>
                </a:moveTo>
                <a:lnTo>
                  <a:pt x="14510870" y="0"/>
                </a:lnTo>
                <a:lnTo>
                  <a:pt x="14510870" y="7382405"/>
                </a:lnTo>
                <a:lnTo>
                  <a:pt x="0" y="73824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474262" y="9258300"/>
            <a:ext cx="3478335" cy="1695688"/>
          </a:xfrm>
          <a:custGeom>
            <a:avLst/>
            <a:gdLst/>
            <a:ahLst/>
            <a:cxnLst/>
            <a:rect r="r" b="b" t="t" l="l"/>
            <a:pathLst>
              <a:path h="1695688" w="3478335">
                <a:moveTo>
                  <a:pt x="0" y="0"/>
                </a:moveTo>
                <a:lnTo>
                  <a:pt x="3478335" y="0"/>
                </a:lnTo>
                <a:lnTo>
                  <a:pt x="3478335" y="1695688"/>
                </a:lnTo>
                <a:lnTo>
                  <a:pt x="0" y="16956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246384" y="-666988"/>
            <a:ext cx="3478335" cy="1695688"/>
          </a:xfrm>
          <a:custGeom>
            <a:avLst/>
            <a:gdLst/>
            <a:ahLst/>
            <a:cxnLst/>
            <a:rect r="r" b="b" t="t" l="l"/>
            <a:pathLst>
              <a:path h="1695688" w="3478335">
                <a:moveTo>
                  <a:pt x="0" y="0"/>
                </a:moveTo>
                <a:lnTo>
                  <a:pt x="3478335" y="0"/>
                </a:lnTo>
                <a:lnTo>
                  <a:pt x="3478335" y="1695688"/>
                </a:lnTo>
                <a:lnTo>
                  <a:pt x="0" y="16956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9401537" y="8254504"/>
            <a:ext cx="4478106" cy="850840"/>
          </a:xfrm>
          <a:custGeom>
            <a:avLst/>
            <a:gdLst/>
            <a:ahLst/>
            <a:cxnLst/>
            <a:rect r="r" b="b" t="t" l="l"/>
            <a:pathLst>
              <a:path h="850840" w="4478106">
                <a:moveTo>
                  <a:pt x="0" y="0"/>
                </a:moveTo>
                <a:lnTo>
                  <a:pt x="4478106" y="0"/>
                </a:lnTo>
                <a:lnTo>
                  <a:pt x="4478106" y="850840"/>
                </a:lnTo>
                <a:lnTo>
                  <a:pt x="0" y="85084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6977878" y="2962961"/>
            <a:ext cx="981457" cy="847733"/>
          </a:xfrm>
          <a:custGeom>
            <a:avLst/>
            <a:gdLst/>
            <a:ahLst/>
            <a:cxnLst/>
            <a:rect r="r" b="b" t="t" l="l"/>
            <a:pathLst>
              <a:path h="847733" w="981457">
                <a:moveTo>
                  <a:pt x="0" y="0"/>
                </a:moveTo>
                <a:lnTo>
                  <a:pt x="981457" y="0"/>
                </a:lnTo>
                <a:lnTo>
                  <a:pt x="981457" y="847733"/>
                </a:lnTo>
                <a:lnTo>
                  <a:pt x="0" y="84773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1028353">
            <a:off x="687542" y="7015031"/>
            <a:ext cx="682315" cy="1051738"/>
          </a:xfrm>
          <a:custGeom>
            <a:avLst/>
            <a:gdLst/>
            <a:ahLst/>
            <a:cxnLst/>
            <a:rect r="r" b="b" t="t" l="l"/>
            <a:pathLst>
              <a:path h="1051738" w="682315">
                <a:moveTo>
                  <a:pt x="0" y="0"/>
                </a:moveTo>
                <a:lnTo>
                  <a:pt x="682316" y="0"/>
                </a:lnTo>
                <a:lnTo>
                  <a:pt x="682316" y="1051739"/>
                </a:lnTo>
                <a:lnTo>
                  <a:pt x="0" y="105173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8" id="8"/>
          <p:cNvSpPr/>
          <p:nvPr/>
        </p:nvSpPr>
        <p:spPr>
          <a:xfrm flipH="false" flipV="false" rot="1206744">
            <a:off x="-36065" y="3380321"/>
            <a:ext cx="1167574" cy="4114800"/>
          </a:xfrm>
          <a:custGeom>
            <a:avLst/>
            <a:gdLst/>
            <a:ahLst/>
            <a:cxnLst/>
            <a:rect r="r" b="b" t="t" l="l"/>
            <a:pathLst>
              <a:path h="4114800" w="1167574">
                <a:moveTo>
                  <a:pt x="0" y="0"/>
                </a:moveTo>
                <a:lnTo>
                  <a:pt x="1167574" y="0"/>
                </a:lnTo>
                <a:lnTo>
                  <a:pt x="1167574" y="4114800"/>
                </a:lnTo>
                <a:lnTo>
                  <a:pt x="0" y="4114800"/>
                </a:lnTo>
                <a:lnTo>
                  <a:pt x="0" y="0"/>
                </a:lnTo>
                <a:close/>
              </a:path>
            </a:pathLst>
          </a:custGeom>
          <a:blipFill>
            <a:blip r:embed="rId12">
              <a:alphaModFix amt="34000"/>
              <a:extLst>
                <a:ext uri="{96DAC541-7B7A-43D3-8B79-37D633B846F1}">
                  <asvg:svgBlip xmlns:asvg="http://schemas.microsoft.com/office/drawing/2016/SVG/main" r:embed="rId13"/>
                </a:ext>
              </a:extLst>
            </a:blip>
            <a:stretch>
              <a:fillRect l="0" t="0" r="0" b="0"/>
            </a:stretch>
          </a:blipFill>
          <a:ln cap="sq">
            <a:noFill/>
            <a:prstDash val="solid"/>
            <a:miter/>
          </a:ln>
        </p:spPr>
      </p:sp>
      <p:sp>
        <p:nvSpPr>
          <p:cNvPr name="Freeform 9" id="9"/>
          <p:cNvSpPr/>
          <p:nvPr/>
        </p:nvSpPr>
        <p:spPr>
          <a:xfrm flipH="false" flipV="false" rot="0">
            <a:off x="3271864" y="1196621"/>
            <a:ext cx="1028702" cy="885970"/>
          </a:xfrm>
          <a:custGeom>
            <a:avLst/>
            <a:gdLst/>
            <a:ahLst/>
            <a:cxnLst/>
            <a:rect r="r" b="b" t="t" l="l"/>
            <a:pathLst>
              <a:path h="885970" w="1028702">
                <a:moveTo>
                  <a:pt x="0" y="0"/>
                </a:moveTo>
                <a:lnTo>
                  <a:pt x="1028702" y="0"/>
                </a:lnTo>
                <a:lnTo>
                  <a:pt x="1028702" y="885970"/>
                </a:lnTo>
                <a:lnTo>
                  <a:pt x="0" y="885970"/>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0" id="10"/>
          <p:cNvSpPr/>
          <p:nvPr/>
        </p:nvSpPr>
        <p:spPr>
          <a:xfrm flipH="false" flipV="false" rot="0">
            <a:off x="407902" y="407902"/>
            <a:ext cx="1241596" cy="1241596"/>
          </a:xfrm>
          <a:custGeom>
            <a:avLst/>
            <a:gdLst/>
            <a:ahLst/>
            <a:cxnLst/>
            <a:rect r="r" b="b" t="t" l="l"/>
            <a:pathLst>
              <a:path h="1241596" w="1241596">
                <a:moveTo>
                  <a:pt x="0" y="0"/>
                </a:moveTo>
                <a:lnTo>
                  <a:pt x="1241596" y="0"/>
                </a:lnTo>
                <a:lnTo>
                  <a:pt x="1241596" y="1241596"/>
                </a:lnTo>
                <a:lnTo>
                  <a:pt x="0" y="1241596"/>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a:ln cap="sq">
            <a:noFill/>
            <a:prstDash val="solid"/>
            <a:miter/>
          </a:ln>
        </p:spPr>
      </p:sp>
      <p:sp>
        <p:nvSpPr>
          <p:cNvPr name="Freeform 11" id="11"/>
          <p:cNvSpPr/>
          <p:nvPr/>
        </p:nvSpPr>
        <p:spPr>
          <a:xfrm flipH="false" flipV="false" rot="0">
            <a:off x="14362916" y="9258300"/>
            <a:ext cx="1087718" cy="784517"/>
          </a:xfrm>
          <a:custGeom>
            <a:avLst/>
            <a:gdLst/>
            <a:ahLst/>
            <a:cxnLst/>
            <a:rect r="r" b="b" t="t" l="l"/>
            <a:pathLst>
              <a:path h="784517" w="1087718">
                <a:moveTo>
                  <a:pt x="0" y="0"/>
                </a:moveTo>
                <a:lnTo>
                  <a:pt x="1087718" y="0"/>
                </a:lnTo>
                <a:lnTo>
                  <a:pt x="1087718" y="784517"/>
                </a:lnTo>
                <a:lnTo>
                  <a:pt x="0" y="784517"/>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12" id="12"/>
          <p:cNvSpPr/>
          <p:nvPr/>
        </p:nvSpPr>
        <p:spPr>
          <a:xfrm flipH="false" flipV="false" rot="0">
            <a:off x="3906164" y="9109759"/>
            <a:ext cx="3862709" cy="830482"/>
          </a:xfrm>
          <a:custGeom>
            <a:avLst/>
            <a:gdLst/>
            <a:ahLst/>
            <a:cxnLst/>
            <a:rect r="r" b="b" t="t" l="l"/>
            <a:pathLst>
              <a:path h="830482" w="3862709">
                <a:moveTo>
                  <a:pt x="0" y="0"/>
                </a:moveTo>
                <a:lnTo>
                  <a:pt x="3862709" y="0"/>
                </a:lnTo>
                <a:lnTo>
                  <a:pt x="3862709" y="830482"/>
                </a:lnTo>
                <a:lnTo>
                  <a:pt x="0" y="830482"/>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Freeform 13" id="13"/>
          <p:cNvSpPr/>
          <p:nvPr/>
        </p:nvSpPr>
        <p:spPr>
          <a:xfrm flipH="false" flipV="false" rot="0">
            <a:off x="15820992" y="5215625"/>
            <a:ext cx="1156885" cy="898032"/>
          </a:xfrm>
          <a:custGeom>
            <a:avLst/>
            <a:gdLst/>
            <a:ahLst/>
            <a:cxnLst/>
            <a:rect r="r" b="b" t="t" l="l"/>
            <a:pathLst>
              <a:path h="898032" w="1156885">
                <a:moveTo>
                  <a:pt x="0" y="0"/>
                </a:moveTo>
                <a:lnTo>
                  <a:pt x="1156886" y="0"/>
                </a:lnTo>
                <a:lnTo>
                  <a:pt x="1156886" y="898032"/>
                </a:lnTo>
                <a:lnTo>
                  <a:pt x="0" y="898032"/>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p:spPr>
      </p:sp>
      <p:sp>
        <p:nvSpPr>
          <p:cNvPr name="Freeform 14" id="14"/>
          <p:cNvSpPr/>
          <p:nvPr/>
        </p:nvSpPr>
        <p:spPr>
          <a:xfrm flipH="false" flipV="false" rot="-759710">
            <a:off x="16337161" y="7711643"/>
            <a:ext cx="4130289" cy="4114800"/>
          </a:xfrm>
          <a:custGeom>
            <a:avLst/>
            <a:gdLst/>
            <a:ahLst/>
            <a:cxnLst/>
            <a:rect r="r" b="b" t="t" l="l"/>
            <a:pathLst>
              <a:path h="4114800" w="4130289">
                <a:moveTo>
                  <a:pt x="0" y="0"/>
                </a:moveTo>
                <a:lnTo>
                  <a:pt x="4130289" y="0"/>
                </a:lnTo>
                <a:lnTo>
                  <a:pt x="4130289" y="4114800"/>
                </a:lnTo>
                <a:lnTo>
                  <a:pt x="0" y="4114800"/>
                </a:lnTo>
                <a:lnTo>
                  <a:pt x="0" y="0"/>
                </a:lnTo>
                <a:close/>
              </a:path>
            </a:pathLst>
          </a:custGeom>
          <a:blipFill>
            <a:blip r:embed="rId24">
              <a:alphaModFix amt="14000"/>
              <a:extLst>
                <a:ext uri="{96DAC541-7B7A-43D3-8B79-37D633B846F1}">
                  <asvg:svgBlip xmlns:asvg="http://schemas.microsoft.com/office/drawing/2016/SVG/main" r:embed="rId25"/>
                </a:ext>
              </a:extLst>
            </a:blip>
            <a:stretch>
              <a:fillRect l="0" t="0" r="0" b="0"/>
            </a:stretch>
          </a:blipFill>
          <a:ln cap="sq">
            <a:noFill/>
            <a:prstDash val="solid"/>
            <a:miter/>
          </a:ln>
        </p:spPr>
      </p:sp>
      <p:sp>
        <p:nvSpPr>
          <p:cNvPr name="Freeform 15" id="15"/>
          <p:cNvSpPr/>
          <p:nvPr/>
        </p:nvSpPr>
        <p:spPr>
          <a:xfrm flipH="false" flipV="false" rot="0">
            <a:off x="5603374" y="-3086100"/>
            <a:ext cx="4130289" cy="4114800"/>
          </a:xfrm>
          <a:custGeom>
            <a:avLst/>
            <a:gdLst/>
            <a:ahLst/>
            <a:cxnLst/>
            <a:rect r="r" b="b" t="t" l="l"/>
            <a:pathLst>
              <a:path h="4114800" w="4130289">
                <a:moveTo>
                  <a:pt x="0" y="0"/>
                </a:moveTo>
                <a:lnTo>
                  <a:pt x="4130289" y="0"/>
                </a:lnTo>
                <a:lnTo>
                  <a:pt x="4130289" y="4114800"/>
                </a:lnTo>
                <a:lnTo>
                  <a:pt x="0" y="4114800"/>
                </a:lnTo>
                <a:lnTo>
                  <a:pt x="0" y="0"/>
                </a:lnTo>
                <a:close/>
              </a:path>
            </a:pathLst>
          </a:custGeom>
          <a:blipFill>
            <a:blip r:embed="rId24">
              <a:alphaModFix amt="14000"/>
              <a:extLst>
                <a:ext uri="{96DAC541-7B7A-43D3-8B79-37D633B846F1}">
                  <asvg:svgBlip xmlns:asvg="http://schemas.microsoft.com/office/drawing/2016/SVG/main" r:embed="rId25"/>
                </a:ext>
              </a:extLst>
            </a:blip>
            <a:stretch>
              <a:fillRect l="0" t="0" r="0" b="0"/>
            </a:stretch>
          </a:blipFill>
          <a:ln cap="sq">
            <a:noFill/>
            <a:prstDash val="solid"/>
            <a:miter/>
          </a:ln>
        </p:spPr>
      </p:sp>
      <p:sp>
        <p:nvSpPr>
          <p:cNvPr name="Freeform 16" id="16"/>
          <p:cNvSpPr/>
          <p:nvPr/>
        </p:nvSpPr>
        <p:spPr>
          <a:xfrm flipH="false" flipV="false" rot="0">
            <a:off x="12034979" y="407902"/>
            <a:ext cx="788719" cy="788719"/>
          </a:xfrm>
          <a:custGeom>
            <a:avLst/>
            <a:gdLst/>
            <a:ahLst/>
            <a:cxnLst/>
            <a:rect r="r" b="b" t="t" l="l"/>
            <a:pathLst>
              <a:path h="788719" w="788719">
                <a:moveTo>
                  <a:pt x="0" y="0"/>
                </a:moveTo>
                <a:lnTo>
                  <a:pt x="788719" y="0"/>
                </a:lnTo>
                <a:lnTo>
                  <a:pt x="788719" y="788719"/>
                </a:lnTo>
                <a:lnTo>
                  <a:pt x="0" y="788719"/>
                </a:lnTo>
                <a:lnTo>
                  <a:pt x="0" y="0"/>
                </a:lnTo>
                <a:close/>
              </a:path>
            </a:pathLst>
          </a:custGeom>
          <a:blipFill>
            <a:blip r:embed="rId26">
              <a:extLst>
                <a:ext uri="{96DAC541-7B7A-43D3-8B79-37D633B846F1}">
                  <asvg:svgBlip xmlns:asvg="http://schemas.microsoft.com/office/drawing/2016/SVG/main" r:embed="rId27"/>
                </a:ext>
              </a:extLst>
            </a:blip>
            <a:stretch>
              <a:fillRect l="0" t="0" r="0" b="0"/>
            </a:stretch>
          </a:blipFill>
          <a:ln cap="sq">
            <a:noFill/>
            <a:prstDash val="solid"/>
            <a:miter/>
          </a:ln>
        </p:spPr>
      </p:sp>
      <p:sp>
        <p:nvSpPr>
          <p:cNvPr name="TextBox 17" id="17"/>
          <p:cNvSpPr txBox="true"/>
          <p:nvPr/>
        </p:nvSpPr>
        <p:spPr>
          <a:xfrm rot="0">
            <a:off x="2390114" y="2887265"/>
            <a:ext cx="13707327" cy="5293995"/>
          </a:xfrm>
          <a:prstGeom prst="rect">
            <a:avLst/>
          </a:prstGeom>
        </p:spPr>
        <p:txBody>
          <a:bodyPr anchor="t" rtlCol="false" tIns="0" lIns="0" bIns="0" rIns="0">
            <a:spAutoFit/>
          </a:bodyPr>
          <a:lstStyle/>
          <a:p>
            <a:pPr algn="l">
              <a:lnSpc>
                <a:spcPts val="3779"/>
              </a:lnSpc>
              <a:spcBef>
                <a:spcPct val="0"/>
              </a:spcBef>
            </a:pPr>
            <a:r>
              <a:rPr lang="en-US" sz="2700">
                <a:solidFill>
                  <a:srgbClr val="000000"/>
                </a:solidFill>
                <a:latin typeface="Agrandir"/>
                <a:ea typeface="Agrandir"/>
                <a:cs typeface="Agrandir"/>
                <a:sym typeface="Agrandir"/>
              </a:rPr>
              <a:t>Berdasarkan hasil perancangan, implementasi, dan pengujian yang telah dilakukan, dapat disimpulkan bahwa simulasi infrastruktur jaringan Internet Service Provider (ISP) berhasil dibangun sesuai dengan rancangan. Seluruh konfigurasi utama, meliputi pengalamatan IP publik dan privat, static routing, default route, DHCP Client, serta NAT Masquerade berhasil diterapkan dan berfungsi dengan baik. Hasil pengujian menunjukkan bahwa seluruh perangkat dapat terhubung ke gateway, berkomunikasi antar pelanggan, mengakses Ubuntu Server, serta terhubung ke internet tanpa kendala yang berarti. Dengan demikian, tujuan proyek untuk membangun simulasi infrastruktur jaringan ISP yang mampu melayani lebih dari satu pelanggan dengan segmentasi jaringan yang terpisah dan tetap menyediakan akses internet telah berhasil tercapai.</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607FE1"/>
        </a:solidFill>
      </p:bgPr>
    </p:bg>
    <p:spTree>
      <p:nvGrpSpPr>
        <p:cNvPr id="1" name=""/>
        <p:cNvGrpSpPr/>
        <p:nvPr/>
      </p:nvGrpSpPr>
      <p:grpSpPr>
        <a:xfrm>
          <a:off x="0" y="0"/>
          <a:ext cx="0" cy="0"/>
          <a:chOff x="0" y="0"/>
          <a:chExt cx="0" cy="0"/>
        </a:xfrm>
      </p:grpSpPr>
      <p:sp>
        <p:nvSpPr>
          <p:cNvPr name="Freeform 2" id="2"/>
          <p:cNvSpPr/>
          <p:nvPr/>
        </p:nvSpPr>
        <p:spPr>
          <a:xfrm flipH="false" flipV="false" rot="0">
            <a:off x="1888565" y="1524423"/>
            <a:ext cx="14510870" cy="7382405"/>
          </a:xfrm>
          <a:custGeom>
            <a:avLst/>
            <a:gdLst/>
            <a:ahLst/>
            <a:cxnLst/>
            <a:rect r="r" b="b" t="t" l="l"/>
            <a:pathLst>
              <a:path h="7382405" w="14510870">
                <a:moveTo>
                  <a:pt x="0" y="0"/>
                </a:moveTo>
                <a:lnTo>
                  <a:pt x="14510870" y="0"/>
                </a:lnTo>
                <a:lnTo>
                  <a:pt x="14510870" y="7382405"/>
                </a:lnTo>
                <a:lnTo>
                  <a:pt x="0" y="73824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474262" y="9258300"/>
            <a:ext cx="3478335" cy="1695688"/>
          </a:xfrm>
          <a:custGeom>
            <a:avLst/>
            <a:gdLst/>
            <a:ahLst/>
            <a:cxnLst/>
            <a:rect r="r" b="b" t="t" l="l"/>
            <a:pathLst>
              <a:path h="1695688" w="3478335">
                <a:moveTo>
                  <a:pt x="0" y="0"/>
                </a:moveTo>
                <a:lnTo>
                  <a:pt x="3478335" y="0"/>
                </a:lnTo>
                <a:lnTo>
                  <a:pt x="3478335" y="1695688"/>
                </a:lnTo>
                <a:lnTo>
                  <a:pt x="0" y="16956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246384" y="-666988"/>
            <a:ext cx="3478335" cy="1695688"/>
          </a:xfrm>
          <a:custGeom>
            <a:avLst/>
            <a:gdLst/>
            <a:ahLst/>
            <a:cxnLst/>
            <a:rect r="r" b="b" t="t" l="l"/>
            <a:pathLst>
              <a:path h="1695688" w="3478335">
                <a:moveTo>
                  <a:pt x="0" y="0"/>
                </a:moveTo>
                <a:lnTo>
                  <a:pt x="3478335" y="0"/>
                </a:lnTo>
                <a:lnTo>
                  <a:pt x="3478335" y="1695688"/>
                </a:lnTo>
                <a:lnTo>
                  <a:pt x="0" y="16956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9401537" y="8254504"/>
            <a:ext cx="4478106" cy="850840"/>
          </a:xfrm>
          <a:custGeom>
            <a:avLst/>
            <a:gdLst/>
            <a:ahLst/>
            <a:cxnLst/>
            <a:rect r="r" b="b" t="t" l="l"/>
            <a:pathLst>
              <a:path h="850840" w="4478106">
                <a:moveTo>
                  <a:pt x="0" y="0"/>
                </a:moveTo>
                <a:lnTo>
                  <a:pt x="4478106" y="0"/>
                </a:lnTo>
                <a:lnTo>
                  <a:pt x="4478106" y="850840"/>
                </a:lnTo>
                <a:lnTo>
                  <a:pt x="0" y="85084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6977878" y="2962961"/>
            <a:ext cx="981457" cy="847733"/>
          </a:xfrm>
          <a:custGeom>
            <a:avLst/>
            <a:gdLst/>
            <a:ahLst/>
            <a:cxnLst/>
            <a:rect r="r" b="b" t="t" l="l"/>
            <a:pathLst>
              <a:path h="847733" w="981457">
                <a:moveTo>
                  <a:pt x="0" y="0"/>
                </a:moveTo>
                <a:lnTo>
                  <a:pt x="981457" y="0"/>
                </a:lnTo>
                <a:lnTo>
                  <a:pt x="981457" y="847733"/>
                </a:lnTo>
                <a:lnTo>
                  <a:pt x="0" y="84773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1028353">
            <a:off x="687542" y="7015031"/>
            <a:ext cx="682315" cy="1051738"/>
          </a:xfrm>
          <a:custGeom>
            <a:avLst/>
            <a:gdLst/>
            <a:ahLst/>
            <a:cxnLst/>
            <a:rect r="r" b="b" t="t" l="l"/>
            <a:pathLst>
              <a:path h="1051738" w="682315">
                <a:moveTo>
                  <a:pt x="0" y="0"/>
                </a:moveTo>
                <a:lnTo>
                  <a:pt x="682316" y="0"/>
                </a:lnTo>
                <a:lnTo>
                  <a:pt x="682316" y="1051739"/>
                </a:lnTo>
                <a:lnTo>
                  <a:pt x="0" y="105173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8" id="8"/>
          <p:cNvSpPr/>
          <p:nvPr/>
        </p:nvSpPr>
        <p:spPr>
          <a:xfrm flipH="false" flipV="false" rot="1206744">
            <a:off x="-36065" y="3380321"/>
            <a:ext cx="1167574" cy="4114800"/>
          </a:xfrm>
          <a:custGeom>
            <a:avLst/>
            <a:gdLst/>
            <a:ahLst/>
            <a:cxnLst/>
            <a:rect r="r" b="b" t="t" l="l"/>
            <a:pathLst>
              <a:path h="4114800" w="1167574">
                <a:moveTo>
                  <a:pt x="0" y="0"/>
                </a:moveTo>
                <a:lnTo>
                  <a:pt x="1167574" y="0"/>
                </a:lnTo>
                <a:lnTo>
                  <a:pt x="1167574" y="4114800"/>
                </a:lnTo>
                <a:lnTo>
                  <a:pt x="0" y="4114800"/>
                </a:lnTo>
                <a:lnTo>
                  <a:pt x="0" y="0"/>
                </a:lnTo>
                <a:close/>
              </a:path>
            </a:pathLst>
          </a:custGeom>
          <a:blipFill>
            <a:blip r:embed="rId12">
              <a:alphaModFix amt="34000"/>
              <a:extLst>
                <a:ext uri="{96DAC541-7B7A-43D3-8B79-37D633B846F1}">
                  <asvg:svgBlip xmlns:asvg="http://schemas.microsoft.com/office/drawing/2016/SVG/main" r:embed="rId13"/>
                </a:ext>
              </a:extLst>
            </a:blip>
            <a:stretch>
              <a:fillRect l="0" t="0" r="0" b="0"/>
            </a:stretch>
          </a:blipFill>
          <a:ln cap="sq">
            <a:noFill/>
            <a:prstDash val="solid"/>
            <a:miter/>
          </a:ln>
        </p:spPr>
      </p:sp>
      <p:sp>
        <p:nvSpPr>
          <p:cNvPr name="Freeform 9" id="9"/>
          <p:cNvSpPr/>
          <p:nvPr/>
        </p:nvSpPr>
        <p:spPr>
          <a:xfrm flipH="false" flipV="false" rot="0">
            <a:off x="3271864" y="1196621"/>
            <a:ext cx="1028702" cy="885970"/>
          </a:xfrm>
          <a:custGeom>
            <a:avLst/>
            <a:gdLst/>
            <a:ahLst/>
            <a:cxnLst/>
            <a:rect r="r" b="b" t="t" l="l"/>
            <a:pathLst>
              <a:path h="885970" w="1028702">
                <a:moveTo>
                  <a:pt x="0" y="0"/>
                </a:moveTo>
                <a:lnTo>
                  <a:pt x="1028702" y="0"/>
                </a:lnTo>
                <a:lnTo>
                  <a:pt x="1028702" y="885970"/>
                </a:lnTo>
                <a:lnTo>
                  <a:pt x="0" y="885970"/>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10" id="10"/>
          <p:cNvSpPr txBox="true"/>
          <p:nvPr/>
        </p:nvSpPr>
        <p:spPr>
          <a:xfrm rot="0">
            <a:off x="5004907" y="3139177"/>
            <a:ext cx="7818791" cy="2076470"/>
          </a:xfrm>
          <a:prstGeom prst="rect">
            <a:avLst/>
          </a:prstGeom>
        </p:spPr>
        <p:txBody>
          <a:bodyPr anchor="t" rtlCol="false" tIns="0" lIns="0" bIns="0" rIns="0">
            <a:spAutoFit/>
          </a:bodyPr>
          <a:lstStyle/>
          <a:p>
            <a:pPr algn="ctr">
              <a:lnSpc>
                <a:spcPts val="16800"/>
              </a:lnSpc>
              <a:spcBef>
                <a:spcPct val="0"/>
              </a:spcBef>
            </a:pPr>
            <a:r>
              <a:rPr lang="en-US" sz="12000">
                <a:solidFill>
                  <a:srgbClr val="000000"/>
                </a:solidFill>
                <a:latin typeface="Lilita One"/>
                <a:ea typeface="Lilita One"/>
                <a:cs typeface="Lilita One"/>
                <a:sym typeface="Lilita One"/>
              </a:rPr>
              <a:t>Terima</a:t>
            </a:r>
          </a:p>
        </p:txBody>
      </p:sp>
      <p:sp>
        <p:nvSpPr>
          <p:cNvPr name="TextBox 11" id="11"/>
          <p:cNvSpPr txBox="true"/>
          <p:nvPr/>
        </p:nvSpPr>
        <p:spPr>
          <a:xfrm rot="0">
            <a:off x="5004907" y="4967975"/>
            <a:ext cx="7818791" cy="2076470"/>
          </a:xfrm>
          <a:prstGeom prst="rect">
            <a:avLst/>
          </a:prstGeom>
        </p:spPr>
        <p:txBody>
          <a:bodyPr anchor="t" rtlCol="false" tIns="0" lIns="0" bIns="0" rIns="0">
            <a:spAutoFit/>
          </a:bodyPr>
          <a:lstStyle/>
          <a:p>
            <a:pPr algn="ctr">
              <a:lnSpc>
                <a:spcPts val="16800"/>
              </a:lnSpc>
              <a:spcBef>
                <a:spcPct val="0"/>
              </a:spcBef>
            </a:pPr>
            <a:r>
              <a:rPr lang="en-US" sz="12000">
                <a:solidFill>
                  <a:srgbClr val="000000"/>
                </a:solidFill>
                <a:latin typeface="Lilita One"/>
                <a:ea typeface="Lilita One"/>
                <a:cs typeface="Lilita One"/>
                <a:sym typeface="Lilita One"/>
              </a:rPr>
              <a:t>Kasih</a:t>
            </a:r>
          </a:p>
        </p:txBody>
      </p:sp>
      <p:sp>
        <p:nvSpPr>
          <p:cNvPr name="Freeform 12" id="12"/>
          <p:cNvSpPr/>
          <p:nvPr/>
        </p:nvSpPr>
        <p:spPr>
          <a:xfrm flipH="false" flipV="false" rot="0">
            <a:off x="407902" y="407902"/>
            <a:ext cx="1241596" cy="1241596"/>
          </a:xfrm>
          <a:custGeom>
            <a:avLst/>
            <a:gdLst/>
            <a:ahLst/>
            <a:cxnLst/>
            <a:rect r="r" b="b" t="t" l="l"/>
            <a:pathLst>
              <a:path h="1241596" w="1241596">
                <a:moveTo>
                  <a:pt x="0" y="0"/>
                </a:moveTo>
                <a:lnTo>
                  <a:pt x="1241596" y="0"/>
                </a:lnTo>
                <a:lnTo>
                  <a:pt x="1241596" y="1241596"/>
                </a:lnTo>
                <a:lnTo>
                  <a:pt x="0" y="1241596"/>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a:ln cap="sq">
            <a:noFill/>
            <a:prstDash val="solid"/>
            <a:miter/>
          </a:ln>
        </p:spPr>
      </p:sp>
      <p:sp>
        <p:nvSpPr>
          <p:cNvPr name="Freeform 13" id="13"/>
          <p:cNvSpPr/>
          <p:nvPr/>
        </p:nvSpPr>
        <p:spPr>
          <a:xfrm flipH="false" flipV="false" rot="0">
            <a:off x="14362916" y="9258300"/>
            <a:ext cx="1087718" cy="784517"/>
          </a:xfrm>
          <a:custGeom>
            <a:avLst/>
            <a:gdLst/>
            <a:ahLst/>
            <a:cxnLst/>
            <a:rect r="r" b="b" t="t" l="l"/>
            <a:pathLst>
              <a:path h="784517" w="1087718">
                <a:moveTo>
                  <a:pt x="0" y="0"/>
                </a:moveTo>
                <a:lnTo>
                  <a:pt x="1087718" y="0"/>
                </a:lnTo>
                <a:lnTo>
                  <a:pt x="1087718" y="784517"/>
                </a:lnTo>
                <a:lnTo>
                  <a:pt x="0" y="784517"/>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14" id="14"/>
          <p:cNvSpPr/>
          <p:nvPr/>
        </p:nvSpPr>
        <p:spPr>
          <a:xfrm flipH="false" flipV="false" rot="0">
            <a:off x="3906164" y="9109759"/>
            <a:ext cx="3862709" cy="830482"/>
          </a:xfrm>
          <a:custGeom>
            <a:avLst/>
            <a:gdLst/>
            <a:ahLst/>
            <a:cxnLst/>
            <a:rect r="r" b="b" t="t" l="l"/>
            <a:pathLst>
              <a:path h="830482" w="3862709">
                <a:moveTo>
                  <a:pt x="0" y="0"/>
                </a:moveTo>
                <a:lnTo>
                  <a:pt x="3862709" y="0"/>
                </a:lnTo>
                <a:lnTo>
                  <a:pt x="3862709" y="830482"/>
                </a:lnTo>
                <a:lnTo>
                  <a:pt x="0" y="830482"/>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Freeform 15" id="15"/>
          <p:cNvSpPr/>
          <p:nvPr/>
        </p:nvSpPr>
        <p:spPr>
          <a:xfrm flipH="false" flipV="false" rot="0">
            <a:off x="15820992" y="5215625"/>
            <a:ext cx="1156885" cy="898032"/>
          </a:xfrm>
          <a:custGeom>
            <a:avLst/>
            <a:gdLst/>
            <a:ahLst/>
            <a:cxnLst/>
            <a:rect r="r" b="b" t="t" l="l"/>
            <a:pathLst>
              <a:path h="898032" w="1156885">
                <a:moveTo>
                  <a:pt x="0" y="0"/>
                </a:moveTo>
                <a:lnTo>
                  <a:pt x="1156886" y="0"/>
                </a:lnTo>
                <a:lnTo>
                  <a:pt x="1156886" y="898032"/>
                </a:lnTo>
                <a:lnTo>
                  <a:pt x="0" y="898032"/>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p:spPr>
      </p:sp>
      <p:sp>
        <p:nvSpPr>
          <p:cNvPr name="Freeform 16" id="16"/>
          <p:cNvSpPr/>
          <p:nvPr/>
        </p:nvSpPr>
        <p:spPr>
          <a:xfrm flipH="false" flipV="false" rot="-759710">
            <a:off x="16337161" y="7711643"/>
            <a:ext cx="4130289" cy="4114800"/>
          </a:xfrm>
          <a:custGeom>
            <a:avLst/>
            <a:gdLst/>
            <a:ahLst/>
            <a:cxnLst/>
            <a:rect r="r" b="b" t="t" l="l"/>
            <a:pathLst>
              <a:path h="4114800" w="4130289">
                <a:moveTo>
                  <a:pt x="0" y="0"/>
                </a:moveTo>
                <a:lnTo>
                  <a:pt x="4130289" y="0"/>
                </a:lnTo>
                <a:lnTo>
                  <a:pt x="4130289" y="4114800"/>
                </a:lnTo>
                <a:lnTo>
                  <a:pt x="0" y="4114800"/>
                </a:lnTo>
                <a:lnTo>
                  <a:pt x="0" y="0"/>
                </a:lnTo>
                <a:close/>
              </a:path>
            </a:pathLst>
          </a:custGeom>
          <a:blipFill>
            <a:blip r:embed="rId24">
              <a:alphaModFix amt="14000"/>
              <a:extLst>
                <a:ext uri="{96DAC541-7B7A-43D3-8B79-37D633B846F1}">
                  <asvg:svgBlip xmlns:asvg="http://schemas.microsoft.com/office/drawing/2016/SVG/main" r:embed="rId25"/>
                </a:ext>
              </a:extLst>
            </a:blip>
            <a:stretch>
              <a:fillRect l="0" t="0" r="0" b="0"/>
            </a:stretch>
          </a:blipFill>
          <a:ln cap="sq">
            <a:noFill/>
            <a:prstDash val="solid"/>
            <a:miter/>
          </a:ln>
        </p:spPr>
      </p:sp>
      <p:sp>
        <p:nvSpPr>
          <p:cNvPr name="Freeform 17" id="17"/>
          <p:cNvSpPr/>
          <p:nvPr/>
        </p:nvSpPr>
        <p:spPr>
          <a:xfrm flipH="false" flipV="false" rot="0">
            <a:off x="5603374" y="-3086100"/>
            <a:ext cx="4130289" cy="4114800"/>
          </a:xfrm>
          <a:custGeom>
            <a:avLst/>
            <a:gdLst/>
            <a:ahLst/>
            <a:cxnLst/>
            <a:rect r="r" b="b" t="t" l="l"/>
            <a:pathLst>
              <a:path h="4114800" w="4130289">
                <a:moveTo>
                  <a:pt x="0" y="0"/>
                </a:moveTo>
                <a:lnTo>
                  <a:pt x="4130289" y="0"/>
                </a:lnTo>
                <a:lnTo>
                  <a:pt x="4130289" y="4114800"/>
                </a:lnTo>
                <a:lnTo>
                  <a:pt x="0" y="4114800"/>
                </a:lnTo>
                <a:lnTo>
                  <a:pt x="0" y="0"/>
                </a:lnTo>
                <a:close/>
              </a:path>
            </a:pathLst>
          </a:custGeom>
          <a:blipFill>
            <a:blip r:embed="rId24">
              <a:alphaModFix amt="14000"/>
              <a:extLst>
                <a:ext uri="{96DAC541-7B7A-43D3-8B79-37D633B846F1}">
                  <asvg:svgBlip xmlns:asvg="http://schemas.microsoft.com/office/drawing/2016/SVG/main" r:embed="rId25"/>
                </a:ext>
              </a:extLst>
            </a:blip>
            <a:stretch>
              <a:fillRect l="0" t="0" r="0" b="0"/>
            </a:stretch>
          </a:blipFill>
          <a:ln cap="sq">
            <a:noFill/>
            <a:prstDash val="solid"/>
            <a:miter/>
          </a:ln>
        </p:spPr>
      </p:sp>
      <p:sp>
        <p:nvSpPr>
          <p:cNvPr name="Freeform 18" id="18"/>
          <p:cNvSpPr/>
          <p:nvPr/>
        </p:nvSpPr>
        <p:spPr>
          <a:xfrm flipH="false" flipV="false" rot="0">
            <a:off x="12034979" y="407902"/>
            <a:ext cx="788719" cy="788719"/>
          </a:xfrm>
          <a:custGeom>
            <a:avLst/>
            <a:gdLst/>
            <a:ahLst/>
            <a:cxnLst/>
            <a:rect r="r" b="b" t="t" l="l"/>
            <a:pathLst>
              <a:path h="788719" w="788719">
                <a:moveTo>
                  <a:pt x="0" y="0"/>
                </a:moveTo>
                <a:lnTo>
                  <a:pt x="788719" y="0"/>
                </a:lnTo>
                <a:lnTo>
                  <a:pt x="788719" y="788719"/>
                </a:lnTo>
                <a:lnTo>
                  <a:pt x="0" y="788719"/>
                </a:lnTo>
                <a:lnTo>
                  <a:pt x="0" y="0"/>
                </a:lnTo>
                <a:close/>
              </a:path>
            </a:pathLst>
          </a:custGeom>
          <a:blipFill>
            <a:blip r:embed="rId26">
              <a:extLst>
                <a:ext uri="{96DAC541-7B7A-43D3-8B79-37D633B846F1}">
                  <asvg:svgBlip xmlns:asvg="http://schemas.microsoft.com/office/drawing/2016/SVG/main" r:embed="rId27"/>
                </a:ext>
              </a:extLst>
            </a:blip>
            <a:stretch>
              <a:fillRect l="0" t="0" r="0" b="0"/>
            </a:stretch>
          </a:blipFill>
          <a:ln cap="sq">
            <a:noFill/>
            <a:prstDash val="solid"/>
            <a:miter/>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DAHNsdIwyXo</dc:identifier>
  <dcterms:modified xsi:type="dcterms:W3CDTF">2011-08-01T06:04:30Z</dcterms:modified>
  <cp:revision>1</cp:revision>
  <dc:title>PPT JARKOM</dc:title>
</cp:coreProperties>
</file>